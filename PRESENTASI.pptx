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Anaheim"/>
      <p:regular r:id="rId28"/>
      <p:bold r:id="rId29"/>
    </p:embeddedFont>
    <p:embeddedFont>
      <p:font typeface="Baloo 2"/>
      <p:regular r:id="rId30"/>
      <p:bold r:id="rId31"/>
    </p:embeddedFont>
    <p:embeddedFont>
      <p:font typeface="Baloo 2 ExtraBold"/>
      <p:bold r:id="rId32"/>
    </p:embeddedFont>
    <p:embeddedFont>
      <p:font typeface="DM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Anaheim-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nahei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Baloo2-bold.fntdata"/><Relationship Id="rId30" Type="http://schemas.openxmlformats.org/officeDocument/2006/relationships/font" Target="fonts/Baloo2-regular.fntdata"/><Relationship Id="rId11" Type="http://schemas.openxmlformats.org/officeDocument/2006/relationships/slide" Target="slides/slide6.xml"/><Relationship Id="rId33" Type="http://schemas.openxmlformats.org/officeDocument/2006/relationships/font" Target="fonts/DMSans-regular.fntdata"/><Relationship Id="rId10" Type="http://schemas.openxmlformats.org/officeDocument/2006/relationships/slide" Target="slides/slide5.xml"/><Relationship Id="rId32" Type="http://schemas.openxmlformats.org/officeDocument/2006/relationships/font" Target="fonts/Baloo2ExtraBold-bold.fntdata"/><Relationship Id="rId13" Type="http://schemas.openxmlformats.org/officeDocument/2006/relationships/slide" Target="slides/slide8.xml"/><Relationship Id="rId35" Type="http://schemas.openxmlformats.org/officeDocument/2006/relationships/font" Target="fonts/DMSans-italic.fntdata"/><Relationship Id="rId12" Type="http://schemas.openxmlformats.org/officeDocument/2006/relationships/slide" Target="slides/slide7.xml"/><Relationship Id="rId34" Type="http://schemas.openxmlformats.org/officeDocument/2006/relationships/font" Target="fonts/DMSans-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DM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d431007ba2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d431007ba2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36db3e869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36db3e869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54dda1946d_6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54dda1946d_6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14072739ea5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14072739ea5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6d8cebe81d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6" name="Google Shape;876;g36d8cebe81d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g36d8cebe81d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3" name="Google Shape;883;g36d8cebe81d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6d8cebe8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9" name="Google Shape;889;g36d8cebe8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6d8cebe81d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6d8cebe81d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g36d8cebe81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8" name="Google Shape;998;g36d8cebe81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6d8cebe81d_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36d8cebe81d_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6d8cebe81d_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6" name="Google Shape;1106;g36d8cebe81d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6d8cebe81d_5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3" name="Google Shape;1113;g36d8cebe81d_5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6d8cebe81d_5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2" name="Google Shape;1122;g36d8cebe81d_5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6d8cebe81d_5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36d8cebe81d_5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6d8cebe81d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6d8cebe81d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36d8cebe81d_5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36d8cebe81d_5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36d8cebe81d_5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3" name="Google Shape;1243;g36d8cebe81d_5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36d8cebe81d_5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36d8cebe81d_5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6d8cebe81d_5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36d8cebe81d_5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6bf9ec5ad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36bf9ec5ad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644614" y="-2747525"/>
            <a:ext cx="12278718" cy="10475804"/>
            <a:chOff x="-1644614" y="-2747525"/>
            <a:chExt cx="12278718" cy="10475804"/>
          </a:xfrm>
        </p:grpSpPr>
        <p:sp>
          <p:nvSpPr>
            <p:cNvPr id="10" name="Google Shape;10;p2"/>
            <p:cNvSpPr/>
            <p:nvPr/>
          </p:nvSpPr>
          <p:spPr>
            <a:xfrm rot="-2526399">
              <a:off x="5593085" y="3029310"/>
              <a:ext cx="4356710" cy="3718191"/>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 name="Google Shape;11;p2"/>
            <p:cNvSpPr/>
            <p:nvPr/>
          </p:nvSpPr>
          <p:spPr>
            <a:xfrm rot="7128784">
              <a:off x="8363688" y="1001192"/>
              <a:ext cx="1703625" cy="1100471"/>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 name="Google Shape;12;p2"/>
            <p:cNvSpPr/>
            <p:nvPr/>
          </p:nvSpPr>
          <p:spPr>
            <a:xfrm rot="1490198">
              <a:off x="-1039429" y="-1920903"/>
              <a:ext cx="4803426" cy="3939324"/>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 name="Google Shape;13;p2"/>
          <p:cNvSpPr txBox="1"/>
          <p:nvPr>
            <p:ph type="ctrTitle"/>
          </p:nvPr>
        </p:nvSpPr>
        <p:spPr>
          <a:xfrm>
            <a:off x="713225" y="2634850"/>
            <a:ext cx="3862500" cy="1385100"/>
          </a:xfrm>
          <a:prstGeom prst="rect">
            <a:avLst/>
          </a:prstGeom>
        </p:spPr>
        <p:txBody>
          <a:bodyPr anchorCtr="0" anchor="b" bIns="91425" lIns="91425" spcFirstLastPara="1" rIns="91425" wrap="square" tIns="91425">
            <a:noAutofit/>
          </a:bodyPr>
          <a:lstStyle>
            <a:lvl1pPr lvl="0">
              <a:lnSpc>
                <a:spcPct val="85000"/>
              </a:lnSpc>
              <a:spcBef>
                <a:spcPts val="0"/>
              </a:spcBef>
              <a:spcAft>
                <a:spcPts val="0"/>
              </a:spcAft>
              <a:buClr>
                <a:srgbClr val="191919"/>
              </a:buClr>
              <a:buSzPts val="5200"/>
              <a:buNone/>
              <a:defRPr b="0" sz="7000">
                <a:latin typeface="Baloo 2 ExtraBold"/>
                <a:ea typeface="Baloo 2 ExtraBold"/>
                <a:cs typeface="Baloo 2 ExtraBold"/>
                <a:sym typeface="Baloo 2 ExtraBold"/>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4" name="Google Shape;14;p2"/>
          <p:cNvSpPr txBox="1"/>
          <p:nvPr>
            <p:ph idx="1" type="subTitle"/>
          </p:nvPr>
        </p:nvSpPr>
        <p:spPr>
          <a:xfrm>
            <a:off x="713225" y="3970798"/>
            <a:ext cx="3862500" cy="4050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solidFill>
                  <a:schemeClr val="dk1"/>
                </a:solidFill>
                <a:latin typeface="DM Sans"/>
                <a:ea typeface="DM Sans"/>
                <a:cs typeface="DM Sans"/>
                <a:sym typeface="DM Sans"/>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871075" y="2969400"/>
            <a:ext cx="4559700" cy="1303500"/>
          </a:xfrm>
          <a:prstGeom prst="rect">
            <a:avLst/>
          </a:prstGeom>
        </p:spPr>
        <p:txBody>
          <a:bodyPr anchorCtr="0" anchor="b" bIns="91425" lIns="91425" spcFirstLastPara="1" rIns="91425" wrap="square" tIns="91425">
            <a:noAutofit/>
          </a:bodyPr>
          <a:lstStyle>
            <a:lvl1pPr lvl="0">
              <a:lnSpc>
                <a:spcPct val="85000"/>
              </a:lnSpc>
              <a:spcBef>
                <a:spcPts val="0"/>
              </a:spcBef>
              <a:spcAft>
                <a:spcPts val="0"/>
              </a:spcAft>
              <a:buSzPts val="3600"/>
              <a:buNone/>
              <a:defRPr b="0" sz="4100">
                <a:latin typeface="Baloo 2 ExtraBold"/>
                <a:ea typeface="Baloo 2 ExtraBold"/>
                <a:cs typeface="Baloo 2 ExtraBold"/>
                <a:sym typeface="Baloo 2 ExtraBold"/>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hasCustomPrompt="1" idx="2" type="title"/>
          </p:nvPr>
        </p:nvSpPr>
        <p:spPr>
          <a:xfrm>
            <a:off x="3871075" y="2425725"/>
            <a:ext cx="996900" cy="7011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b="0" sz="4400">
                <a:solidFill>
                  <a:schemeClr val="lt1"/>
                </a:solidFill>
                <a:latin typeface="Baloo 2 ExtraBold"/>
                <a:ea typeface="Baloo 2 ExtraBold"/>
                <a:cs typeface="Baloo 2 ExtraBold"/>
                <a:sym typeface="Baloo 2 ExtraBold"/>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8" name="Google Shape;18;p3"/>
          <p:cNvSpPr txBox="1"/>
          <p:nvPr>
            <p:ph idx="1" type="subTitle"/>
          </p:nvPr>
        </p:nvSpPr>
        <p:spPr>
          <a:xfrm>
            <a:off x="3871075" y="4229000"/>
            <a:ext cx="45597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atin typeface="DM Sans"/>
                <a:ea typeface="DM Sans"/>
                <a:cs typeface="DM Sans"/>
                <a:sym typeface="DM Sans"/>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9" name="Google Shape;19;p3"/>
          <p:cNvGrpSpPr/>
          <p:nvPr/>
        </p:nvGrpSpPr>
        <p:grpSpPr>
          <a:xfrm>
            <a:off x="-3162649" y="-2703928"/>
            <a:ext cx="13165613" cy="11244425"/>
            <a:chOff x="-3162649" y="-2703928"/>
            <a:chExt cx="13165613" cy="11244425"/>
          </a:xfrm>
        </p:grpSpPr>
        <p:sp>
          <p:nvSpPr>
            <p:cNvPr id="20" name="Google Shape;20;p3"/>
            <p:cNvSpPr/>
            <p:nvPr/>
          </p:nvSpPr>
          <p:spPr>
            <a:xfrm rot="-8306489">
              <a:off x="6127382" y="-1119897"/>
              <a:ext cx="3381355" cy="2773073"/>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3"/>
            <p:cNvSpPr/>
            <p:nvPr/>
          </p:nvSpPr>
          <p:spPr>
            <a:xfrm rot="-2526298">
              <a:off x="-1178945" y="-1980449"/>
              <a:ext cx="3213799" cy="2742785"/>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3"/>
            <p:cNvSpPr/>
            <p:nvPr/>
          </p:nvSpPr>
          <p:spPr>
            <a:xfrm rot="7128936">
              <a:off x="-2814439" y="3014869"/>
              <a:ext cx="5631417" cy="4125872"/>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 name="Google Shape;25;p4"/>
          <p:cNvSpPr txBox="1"/>
          <p:nvPr>
            <p:ph idx="1" type="body"/>
          </p:nvPr>
        </p:nvSpPr>
        <p:spPr>
          <a:xfrm>
            <a:off x="720000" y="1063351"/>
            <a:ext cx="7704000" cy="3963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solidFill>
                  <a:srgbClr val="201338"/>
                </a:solidFill>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26" name="Google Shape;26;p4"/>
          <p:cNvGrpSpPr/>
          <p:nvPr/>
        </p:nvGrpSpPr>
        <p:grpSpPr>
          <a:xfrm>
            <a:off x="-2070957" y="-2181586"/>
            <a:ext cx="12789989" cy="9622630"/>
            <a:chOff x="-2070957" y="-2181586"/>
            <a:chExt cx="12789989" cy="9622630"/>
          </a:xfrm>
        </p:grpSpPr>
        <p:sp>
          <p:nvSpPr>
            <p:cNvPr id="27" name="Google Shape;27;p4"/>
            <p:cNvSpPr/>
            <p:nvPr/>
          </p:nvSpPr>
          <p:spPr>
            <a:xfrm rot="-7978753">
              <a:off x="7222940" y="-1435304"/>
              <a:ext cx="3098931" cy="2433851"/>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4"/>
            <p:cNvSpPr/>
            <p:nvPr/>
          </p:nvSpPr>
          <p:spPr>
            <a:xfrm rot="-2460279">
              <a:off x="-1652662" y="4289121"/>
              <a:ext cx="3098932" cy="2433850"/>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9" name="Google Shape;29;p4"/>
          <p:cNvGrpSpPr/>
          <p:nvPr/>
        </p:nvGrpSpPr>
        <p:grpSpPr>
          <a:xfrm>
            <a:off x="8350786" y="175533"/>
            <a:ext cx="627600" cy="887824"/>
            <a:chOff x="2443886" y="2869758"/>
            <a:chExt cx="627600" cy="887824"/>
          </a:xfrm>
        </p:grpSpPr>
        <p:sp>
          <p:nvSpPr>
            <p:cNvPr id="30" name="Google Shape;30;p4"/>
            <p:cNvSpPr/>
            <p:nvPr/>
          </p:nvSpPr>
          <p:spPr>
            <a:xfrm>
              <a:off x="2443886" y="2937682"/>
              <a:ext cx="627600" cy="8199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4"/>
            <p:cNvSpPr/>
            <p:nvPr/>
          </p:nvSpPr>
          <p:spPr>
            <a:xfrm>
              <a:off x="2443886" y="2869758"/>
              <a:ext cx="627579" cy="67924"/>
            </a:xfrm>
            <a:custGeom>
              <a:rect b="b" l="l" r="r" t="t"/>
              <a:pathLst>
                <a:path extrusionOk="0" h="78" w="718">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4"/>
            <p:cNvSpPr/>
            <p:nvPr/>
          </p:nvSpPr>
          <p:spPr>
            <a:xfrm>
              <a:off x="2473543" y="2887935"/>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4"/>
            <p:cNvSpPr/>
            <p:nvPr/>
          </p:nvSpPr>
          <p:spPr>
            <a:xfrm>
              <a:off x="2521377" y="2887935"/>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4"/>
            <p:cNvSpPr/>
            <p:nvPr/>
          </p:nvSpPr>
          <p:spPr>
            <a:xfrm>
              <a:off x="2570168" y="2887935"/>
              <a:ext cx="306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4"/>
            <p:cNvSpPr/>
            <p:nvPr/>
          </p:nvSpPr>
          <p:spPr>
            <a:xfrm>
              <a:off x="2544337" y="3316526"/>
              <a:ext cx="97500" cy="1425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4"/>
            <p:cNvSpPr/>
            <p:nvPr/>
          </p:nvSpPr>
          <p:spPr>
            <a:xfrm>
              <a:off x="2692622" y="3217988"/>
              <a:ext cx="98400" cy="241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4"/>
            <p:cNvSpPr/>
            <p:nvPr/>
          </p:nvSpPr>
          <p:spPr>
            <a:xfrm>
              <a:off x="2840906" y="3129017"/>
              <a:ext cx="97500" cy="330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4"/>
            <p:cNvSpPr/>
            <p:nvPr/>
          </p:nvSpPr>
          <p:spPr>
            <a:xfrm>
              <a:off x="2578777" y="2982646"/>
              <a:ext cx="308049" cy="309007"/>
            </a:xfrm>
            <a:custGeom>
              <a:rect b="b" l="l" r="r" t="t"/>
              <a:pathLst>
                <a:path extrusionOk="0" h="353" w="352">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4"/>
            <p:cNvSpPr/>
            <p:nvPr/>
          </p:nvSpPr>
          <p:spPr>
            <a:xfrm>
              <a:off x="2515637" y="3521255"/>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4"/>
            <p:cNvSpPr/>
            <p:nvPr/>
          </p:nvSpPr>
          <p:spPr>
            <a:xfrm>
              <a:off x="2515637" y="3573872"/>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4"/>
            <p:cNvSpPr/>
            <p:nvPr/>
          </p:nvSpPr>
          <p:spPr>
            <a:xfrm>
              <a:off x="2568254" y="3626489"/>
              <a:ext cx="3777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4"/>
            <p:cNvSpPr/>
            <p:nvPr/>
          </p:nvSpPr>
          <p:spPr>
            <a:xfrm>
              <a:off x="2636178" y="3679106"/>
              <a:ext cx="2421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 name="Google Shape;43;p4"/>
          <p:cNvGrpSpPr/>
          <p:nvPr/>
        </p:nvGrpSpPr>
        <p:grpSpPr>
          <a:xfrm>
            <a:off x="150790" y="217095"/>
            <a:ext cx="7996462" cy="5057956"/>
            <a:chOff x="150790" y="217095"/>
            <a:chExt cx="7996462" cy="5057956"/>
          </a:xfrm>
        </p:grpSpPr>
        <p:sp>
          <p:nvSpPr>
            <p:cNvPr id="44" name="Google Shape;44;p4"/>
            <p:cNvSpPr/>
            <p:nvPr/>
          </p:nvSpPr>
          <p:spPr>
            <a:xfrm>
              <a:off x="7820577" y="2170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 name="Google Shape;45;p4"/>
            <p:cNvGrpSpPr/>
            <p:nvPr/>
          </p:nvGrpSpPr>
          <p:grpSpPr>
            <a:xfrm rot="-8329653">
              <a:off x="354633" y="4434969"/>
              <a:ext cx="451704" cy="788937"/>
              <a:chOff x="8579627" y="228750"/>
              <a:chExt cx="451723" cy="788970"/>
            </a:xfrm>
          </p:grpSpPr>
          <p:sp>
            <p:nvSpPr>
              <p:cNvPr id="46" name="Google Shape;46;p4"/>
              <p:cNvSpPr/>
              <p:nvPr/>
            </p:nvSpPr>
            <p:spPr>
              <a:xfrm>
                <a:off x="8579627" y="69532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 name="Google Shape;47;p4"/>
              <p:cNvSpPr/>
              <p:nvPr/>
            </p:nvSpPr>
            <p:spPr>
              <a:xfrm>
                <a:off x="8846775" y="2287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1592614" y="-1841602"/>
            <a:ext cx="12385408" cy="9762152"/>
            <a:chOff x="-1592614" y="-1841602"/>
            <a:chExt cx="12385408" cy="9762152"/>
          </a:xfrm>
        </p:grpSpPr>
        <p:sp>
          <p:nvSpPr>
            <p:cNvPr id="50" name="Google Shape;50;p5"/>
            <p:cNvSpPr/>
            <p:nvPr/>
          </p:nvSpPr>
          <p:spPr>
            <a:xfrm rot="-2930233">
              <a:off x="-1132229" y="4127838"/>
              <a:ext cx="3690906" cy="2898776"/>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 name="Google Shape;51;p5"/>
            <p:cNvSpPr/>
            <p:nvPr/>
          </p:nvSpPr>
          <p:spPr>
            <a:xfrm flipH="1" rot="1287706">
              <a:off x="7067490" y="-1325546"/>
              <a:ext cx="3339997" cy="2739156"/>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 name="Google Shape;52;p5"/>
          <p:cNvGrpSpPr/>
          <p:nvPr/>
        </p:nvGrpSpPr>
        <p:grpSpPr>
          <a:xfrm>
            <a:off x="200218" y="4192521"/>
            <a:ext cx="1459676" cy="1092353"/>
            <a:chOff x="200218" y="4192521"/>
            <a:chExt cx="1459676" cy="1092353"/>
          </a:xfrm>
        </p:grpSpPr>
        <p:grpSp>
          <p:nvGrpSpPr>
            <p:cNvPr id="53" name="Google Shape;53;p5"/>
            <p:cNvGrpSpPr/>
            <p:nvPr/>
          </p:nvGrpSpPr>
          <p:grpSpPr>
            <a:xfrm>
              <a:off x="200218" y="4192521"/>
              <a:ext cx="885750" cy="572682"/>
              <a:chOff x="6798158" y="1294585"/>
              <a:chExt cx="1158600" cy="749094"/>
            </a:xfrm>
          </p:grpSpPr>
          <p:sp>
            <p:nvSpPr>
              <p:cNvPr id="54" name="Google Shape;54;p5"/>
              <p:cNvSpPr/>
              <p:nvPr/>
            </p:nvSpPr>
            <p:spPr>
              <a:xfrm>
                <a:off x="6798158" y="1365379"/>
                <a:ext cx="1158600" cy="6783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5"/>
              <p:cNvSpPr/>
              <p:nvPr/>
            </p:nvSpPr>
            <p:spPr>
              <a:xfrm>
                <a:off x="6798158" y="1294585"/>
                <a:ext cx="1158534" cy="70794"/>
              </a:xfrm>
              <a:custGeom>
                <a:rect b="b" l="l" r="r" t="t"/>
                <a:pathLst>
                  <a:path extrusionOk="0" h="81" w="1325">
                    <a:moveTo>
                      <a:pt x="1286" y="0"/>
                    </a:moveTo>
                    <a:cubicBezTo>
                      <a:pt x="38" y="0"/>
                      <a:pt x="38" y="0"/>
                      <a:pt x="38" y="0"/>
                    </a:cubicBezTo>
                    <a:cubicBezTo>
                      <a:pt x="17" y="0"/>
                      <a:pt x="0" y="18"/>
                      <a:pt x="0" y="39"/>
                    </a:cubicBezTo>
                    <a:cubicBezTo>
                      <a:pt x="0" y="81"/>
                      <a:pt x="0" y="81"/>
                      <a:pt x="0" y="81"/>
                    </a:cubicBezTo>
                    <a:cubicBezTo>
                      <a:pt x="1325" y="81"/>
                      <a:pt x="1325" y="81"/>
                      <a:pt x="1325" y="81"/>
                    </a:cubicBezTo>
                    <a:cubicBezTo>
                      <a:pt x="1325" y="39"/>
                      <a:pt x="1325" y="39"/>
                      <a:pt x="1325" y="39"/>
                    </a:cubicBezTo>
                    <a:cubicBezTo>
                      <a:pt x="1325" y="18"/>
                      <a:pt x="1307" y="0"/>
                      <a:pt x="1286"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5"/>
              <p:cNvSpPr/>
              <p:nvPr/>
            </p:nvSpPr>
            <p:spPr>
              <a:xfrm>
                <a:off x="6828772" y="1314675"/>
                <a:ext cx="32400" cy="315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5"/>
              <p:cNvSpPr/>
              <p:nvPr/>
            </p:nvSpPr>
            <p:spPr>
              <a:xfrm>
                <a:off x="6879476" y="1314675"/>
                <a:ext cx="31500" cy="315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5"/>
              <p:cNvSpPr/>
              <p:nvPr/>
            </p:nvSpPr>
            <p:spPr>
              <a:xfrm>
                <a:off x="6929223" y="1314675"/>
                <a:ext cx="31500" cy="315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5"/>
              <p:cNvSpPr/>
              <p:nvPr/>
            </p:nvSpPr>
            <p:spPr>
              <a:xfrm>
                <a:off x="6875649" y="1423736"/>
                <a:ext cx="1000682" cy="544349"/>
              </a:xfrm>
              <a:custGeom>
                <a:rect b="b" l="l" r="r" t="t"/>
                <a:pathLst>
                  <a:path extrusionOk="0" h="569" w="1046">
                    <a:moveTo>
                      <a:pt x="1046" y="569"/>
                    </a:moveTo>
                    <a:lnTo>
                      <a:pt x="0" y="569"/>
                    </a:lnTo>
                    <a:lnTo>
                      <a:pt x="0" y="0"/>
                    </a:lnTo>
                    <a:lnTo>
                      <a:pt x="7" y="0"/>
                    </a:lnTo>
                    <a:lnTo>
                      <a:pt x="7" y="563"/>
                    </a:lnTo>
                    <a:lnTo>
                      <a:pt x="1046" y="563"/>
                    </a:lnTo>
                    <a:lnTo>
                      <a:pt x="1046" y="56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5"/>
              <p:cNvSpPr/>
              <p:nvPr/>
            </p:nvSpPr>
            <p:spPr>
              <a:xfrm>
                <a:off x="6923483" y="1727959"/>
                <a:ext cx="98400" cy="201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5"/>
              <p:cNvSpPr/>
              <p:nvPr/>
            </p:nvSpPr>
            <p:spPr>
              <a:xfrm>
                <a:off x="7082291" y="1443826"/>
                <a:ext cx="97500" cy="4851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5"/>
              <p:cNvSpPr/>
              <p:nvPr/>
            </p:nvSpPr>
            <p:spPr>
              <a:xfrm>
                <a:off x="7241099" y="1562454"/>
                <a:ext cx="97500" cy="3666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5"/>
              <p:cNvSpPr/>
              <p:nvPr/>
            </p:nvSpPr>
            <p:spPr>
              <a:xfrm>
                <a:off x="7398951" y="1626552"/>
                <a:ext cx="98400" cy="3024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5"/>
              <p:cNvSpPr/>
              <p:nvPr/>
            </p:nvSpPr>
            <p:spPr>
              <a:xfrm>
                <a:off x="7558715" y="1704042"/>
                <a:ext cx="97500" cy="2250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5"/>
              <p:cNvSpPr/>
              <p:nvPr/>
            </p:nvSpPr>
            <p:spPr>
              <a:xfrm>
                <a:off x="7716567" y="1443826"/>
                <a:ext cx="97500" cy="4851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5"/>
              <p:cNvSpPr/>
              <p:nvPr/>
            </p:nvSpPr>
            <p:spPr>
              <a:xfrm>
                <a:off x="6923483" y="1992002"/>
                <a:ext cx="98400" cy="11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5"/>
              <p:cNvSpPr/>
              <p:nvPr/>
            </p:nvSpPr>
            <p:spPr>
              <a:xfrm>
                <a:off x="7082291" y="1992002"/>
                <a:ext cx="97500" cy="11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5"/>
              <p:cNvSpPr/>
              <p:nvPr/>
            </p:nvSpPr>
            <p:spPr>
              <a:xfrm>
                <a:off x="7241099" y="1992002"/>
                <a:ext cx="97500" cy="11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5"/>
              <p:cNvSpPr/>
              <p:nvPr/>
            </p:nvSpPr>
            <p:spPr>
              <a:xfrm>
                <a:off x="7398951" y="1992002"/>
                <a:ext cx="98400" cy="11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5"/>
              <p:cNvSpPr/>
              <p:nvPr/>
            </p:nvSpPr>
            <p:spPr>
              <a:xfrm>
                <a:off x="7558715" y="1992002"/>
                <a:ext cx="97500" cy="11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5"/>
              <p:cNvSpPr/>
              <p:nvPr/>
            </p:nvSpPr>
            <p:spPr>
              <a:xfrm>
                <a:off x="7716567" y="1992002"/>
                <a:ext cx="97500" cy="11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2" name="Google Shape;72;p5"/>
            <p:cNvGrpSpPr/>
            <p:nvPr/>
          </p:nvGrpSpPr>
          <p:grpSpPr>
            <a:xfrm>
              <a:off x="840230" y="4442788"/>
              <a:ext cx="819663" cy="842085"/>
              <a:chOff x="777043" y="2258113"/>
              <a:chExt cx="819663" cy="842085"/>
            </a:xfrm>
          </p:grpSpPr>
          <p:sp>
            <p:nvSpPr>
              <p:cNvPr id="73" name="Google Shape;73;p5"/>
              <p:cNvSpPr/>
              <p:nvPr/>
            </p:nvSpPr>
            <p:spPr>
              <a:xfrm>
                <a:off x="1263102" y="2750450"/>
                <a:ext cx="79814" cy="83402"/>
              </a:xfrm>
              <a:custGeom>
                <a:rect b="b" l="l" r="r" t="t"/>
                <a:pathLst>
                  <a:path extrusionOk="0" h="93" w="89">
                    <a:moveTo>
                      <a:pt x="0" y="0"/>
                    </a:moveTo>
                    <a:lnTo>
                      <a:pt x="89" y="93"/>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74" name="Google Shape;74;p5"/>
              <p:cNvCxnSpPr/>
              <p:nvPr/>
            </p:nvCxnSpPr>
            <p:spPr>
              <a:xfrm>
                <a:off x="1263102" y="2750450"/>
                <a:ext cx="79800" cy="83100"/>
              </a:xfrm>
              <a:prstGeom prst="straightConnector1">
                <a:avLst/>
              </a:prstGeom>
              <a:noFill/>
              <a:ln>
                <a:noFill/>
              </a:ln>
            </p:spPr>
          </p:cxnSp>
          <p:sp>
            <p:nvSpPr>
              <p:cNvPr id="75" name="Google Shape;75;p5"/>
              <p:cNvSpPr/>
              <p:nvPr/>
            </p:nvSpPr>
            <p:spPr>
              <a:xfrm>
                <a:off x="1247856" y="2735204"/>
                <a:ext cx="111202" cy="112996"/>
              </a:xfrm>
              <a:custGeom>
                <a:rect b="b" l="l" r="r" t="t"/>
                <a:pathLst>
                  <a:path extrusionOk="0" h="126" w="124">
                    <a:moveTo>
                      <a:pt x="89" y="126"/>
                    </a:moveTo>
                    <a:lnTo>
                      <a:pt x="124" y="93"/>
                    </a:lnTo>
                    <a:lnTo>
                      <a:pt x="36" y="0"/>
                    </a:lnTo>
                    <a:lnTo>
                      <a:pt x="0" y="33"/>
                    </a:lnTo>
                    <a:lnTo>
                      <a:pt x="89" y="1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5"/>
              <p:cNvSpPr/>
              <p:nvPr/>
            </p:nvSpPr>
            <p:spPr>
              <a:xfrm>
                <a:off x="1302560" y="2791702"/>
                <a:ext cx="294146" cy="308496"/>
              </a:xfrm>
              <a:custGeom>
                <a:rect b="b" l="l" r="r" t="t"/>
                <a:pathLst>
                  <a:path extrusionOk="0" h="376" w="359">
                    <a:moveTo>
                      <a:pt x="358" y="296"/>
                    </a:moveTo>
                    <a:cubicBezTo>
                      <a:pt x="359" y="306"/>
                      <a:pt x="355" y="316"/>
                      <a:pt x="347" y="323"/>
                    </a:cubicBezTo>
                    <a:cubicBezTo>
                      <a:pt x="321" y="348"/>
                      <a:pt x="321" y="348"/>
                      <a:pt x="321" y="348"/>
                    </a:cubicBezTo>
                    <a:cubicBezTo>
                      <a:pt x="307" y="361"/>
                      <a:pt x="307" y="361"/>
                      <a:pt x="307" y="361"/>
                    </a:cubicBezTo>
                    <a:cubicBezTo>
                      <a:pt x="292" y="376"/>
                      <a:pt x="268" y="375"/>
                      <a:pt x="254" y="359"/>
                    </a:cubicBezTo>
                    <a:cubicBezTo>
                      <a:pt x="0" y="92"/>
                      <a:pt x="0" y="92"/>
                      <a:pt x="0" y="92"/>
                    </a:cubicBezTo>
                    <a:cubicBezTo>
                      <a:pt x="0" y="39"/>
                      <a:pt x="0" y="39"/>
                      <a:pt x="0" y="39"/>
                    </a:cubicBezTo>
                    <a:cubicBezTo>
                      <a:pt x="13" y="26"/>
                      <a:pt x="13" y="26"/>
                      <a:pt x="13" y="26"/>
                    </a:cubicBezTo>
                    <a:cubicBezTo>
                      <a:pt x="13" y="26"/>
                      <a:pt x="13" y="26"/>
                      <a:pt x="13" y="26"/>
                    </a:cubicBezTo>
                    <a:cubicBezTo>
                      <a:pt x="40" y="0"/>
                      <a:pt x="40" y="0"/>
                      <a:pt x="40" y="0"/>
                    </a:cubicBezTo>
                    <a:cubicBezTo>
                      <a:pt x="93" y="3"/>
                      <a:pt x="93" y="3"/>
                      <a:pt x="93" y="3"/>
                    </a:cubicBezTo>
                    <a:cubicBezTo>
                      <a:pt x="347" y="269"/>
                      <a:pt x="347" y="269"/>
                      <a:pt x="347" y="269"/>
                    </a:cubicBezTo>
                    <a:cubicBezTo>
                      <a:pt x="355" y="277"/>
                      <a:pt x="358" y="287"/>
                      <a:pt x="358" y="296"/>
                    </a:cubicBezTo>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5"/>
              <p:cNvSpPr/>
              <p:nvPr/>
            </p:nvSpPr>
            <p:spPr>
              <a:xfrm>
                <a:off x="1302560" y="2867033"/>
                <a:ext cx="293250" cy="228681"/>
              </a:xfrm>
              <a:custGeom>
                <a:rect b="b" l="l" r="r" t="t"/>
                <a:pathLst>
                  <a:path extrusionOk="0" h="279" w="358">
                    <a:moveTo>
                      <a:pt x="0" y="0"/>
                    </a:moveTo>
                    <a:cubicBezTo>
                      <a:pt x="254" y="267"/>
                      <a:pt x="254" y="267"/>
                      <a:pt x="254" y="267"/>
                    </a:cubicBezTo>
                    <a:cubicBezTo>
                      <a:pt x="261" y="275"/>
                      <a:pt x="272" y="279"/>
                      <a:pt x="282" y="279"/>
                    </a:cubicBezTo>
                    <a:cubicBezTo>
                      <a:pt x="291" y="279"/>
                      <a:pt x="300" y="276"/>
                      <a:pt x="307" y="269"/>
                    </a:cubicBezTo>
                    <a:cubicBezTo>
                      <a:pt x="321" y="256"/>
                      <a:pt x="321" y="256"/>
                      <a:pt x="321" y="256"/>
                    </a:cubicBezTo>
                    <a:cubicBezTo>
                      <a:pt x="347" y="231"/>
                      <a:pt x="347" y="231"/>
                      <a:pt x="347" y="231"/>
                    </a:cubicBezTo>
                    <a:cubicBezTo>
                      <a:pt x="355" y="224"/>
                      <a:pt x="358" y="214"/>
                      <a:pt x="358" y="205"/>
                    </a:cubicBezTo>
                    <a:cubicBezTo>
                      <a:pt x="358" y="205"/>
                      <a:pt x="358" y="204"/>
                      <a:pt x="358" y="204"/>
                    </a:cubicBezTo>
                    <a:cubicBezTo>
                      <a:pt x="358" y="204"/>
                      <a:pt x="358" y="204"/>
                      <a:pt x="358" y="204"/>
                    </a:cubicBezTo>
                    <a:cubicBezTo>
                      <a:pt x="0" y="0"/>
                      <a:pt x="0" y="0"/>
                      <a:pt x="0" y="0"/>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5"/>
              <p:cNvSpPr/>
              <p:nvPr/>
            </p:nvSpPr>
            <p:spPr>
              <a:xfrm>
                <a:off x="845199" y="2327166"/>
                <a:ext cx="483367" cy="481576"/>
              </a:xfrm>
              <a:custGeom>
                <a:rect b="b" l="l" r="r" t="t"/>
                <a:pathLst>
                  <a:path extrusionOk="0" h="588" w="589">
                    <a:moveTo>
                      <a:pt x="295" y="0"/>
                    </a:moveTo>
                    <a:cubicBezTo>
                      <a:pt x="293" y="0"/>
                      <a:pt x="291" y="0"/>
                      <a:pt x="290" y="0"/>
                    </a:cubicBezTo>
                    <a:cubicBezTo>
                      <a:pt x="129" y="2"/>
                      <a:pt x="0" y="133"/>
                      <a:pt x="0" y="294"/>
                    </a:cubicBezTo>
                    <a:cubicBezTo>
                      <a:pt x="0" y="334"/>
                      <a:pt x="8" y="373"/>
                      <a:pt x="23" y="408"/>
                    </a:cubicBezTo>
                    <a:cubicBezTo>
                      <a:pt x="37" y="441"/>
                      <a:pt x="56" y="471"/>
                      <a:pt x="81" y="496"/>
                    </a:cubicBezTo>
                    <a:cubicBezTo>
                      <a:pt x="97" y="513"/>
                      <a:pt x="115" y="528"/>
                      <a:pt x="134" y="541"/>
                    </a:cubicBezTo>
                    <a:cubicBezTo>
                      <a:pt x="180" y="571"/>
                      <a:pt x="235" y="588"/>
                      <a:pt x="295" y="588"/>
                    </a:cubicBezTo>
                    <a:cubicBezTo>
                      <a:pt x="309" y="588"/>
                      <a:pt x="323" y="587"/>
                      <a:pt x="337" y="585"/>
                    </a:cubicBezTo>
                    <a:cubicBezTo>
                      <a:pt x="479" y="565"/>
                      <a:pt x="589" y="442"/>
                      <a:pt x="589" y="294"/>
                    </a:cubicBezTo>
                    <a:cubicBezTo>
                      <a:pt x="589" y="267"/>
                      <a:pt x="585" y="241"/>
                      <a:pt x="578" y="216"/>
                    </a:cubicBezTo>
                    <a:cubicBezTo>
                      <a:pt x="559" y="146"/>
                      <a:pt x="515" y="87"/>
                      <a:pt x="457" y="48"/>
                    </a:cubicBezTo>
                    <a:cubicBezTo>
                      <a:pt x="437" y="35"/>
                      <a:pt x="416" y="25"/>
                      <a:pt x="394" y="17"/>
                    </a:cubicBezTo>
                    <a:cubicBezTo>
                      <a:pt x="363" y="6"/>
                      <a:pt x="330" y="0"/>
                      <a:pt x="295" y="0"/>
                    </a:cubicBezTo>
                  </a:path>
                </a:pathLst>
              </a:custGeom>
              <a:solidFill>
                <a:srgbClr val="FDFDFD">
                  <a:alpha val="30379"/>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5"/>
              <p:cNvSpPr/>
              <p:nvPr/>
            </p:nvSpPr>
            <p:spPr>
              <a:xfrm>
                <a:off x="955503" y="2366625"/>
                <a:ext cx="364096" cy="442117"/>
              </a:xfrm>
              <a:custGeom>
                <a:rect b="b" l="l" r="r" t="t"/>
                <a:pathLst>
                  <a:path extrusionOk="0" h="540" w="444">
                    <a:moveTo>
                      <a:pt x="444" y="168"/>
                    </a:moveTo>
                    <a:cubicBezTo>
                      <a:pt x="203" y="537"/>
                      <a:pt x="203" y="537"/>
                      <a:pt x="203" y="537"/>
                    </a:cubicBezTo>
                    <a:cubicBezTo>
                      <a:pt x="189" y="539"/>
                      <a:pt x="175" y="540"/>
                      <a:pt x="161" y="540"/>
                    </a:cubicBezTo>
                    <a:cubicBezTo>
                      <a:pt x="101" y="540"/>
                      <a:pt x="46" y="523"/>
                      <a:pt x="0" y="493"/>
                    </a:cubicBezTo>
                    <a:cubicBezTo>
                      <a:pt x="323" y="0"/>
                      <a:pt x="323" y="0"/>
                      <a:pt x="323" y="0"/>
                    </a:cubicBezTo>
                    <a:cubicBezTo>
                      <a:pt x="381" y="39"/>
                      <a:pt x="425" y="98"/>
                      <a:pt x="444" y="168"/>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5"/>
              <p:cNvSpPr/>
              <p:nvPr/>
            </p:nvSpPr>
            <p:spPr>
              <a:xfrm>
                <a:off x="864031" y="2327166"/>
                <a:ext cx="304011" cy="406246"/>
              </a:xfrm>
              <a:custGeom>
                <a:rect b="b" l="l" r="r" t="t"/>
                <a:pathLst>
                  <a:path extrusionOk="0" h="496" w="371">
                    <a:moveTo>
                      <a:pt x="371" y="17"/>
                    </a:moveTo>
                    <a:cubicBezTo>
                      <a:pt x="58" y="496"/>
                      <a:pt x="58" y="496"/>
                      <a:pt x="58" y="496"/>
                    </a:cubicBezTo>
                    <a:cubicBezTo>
                      <a:pt x="33" y="471"/>
                      <a:pt x="14" y="441"/>
                      <a:pt x="0" y="408"/>
                    </a:cubicBezTo>
                    <a:cubicBezTo>
                      <a:pt x="267" y="0"/>
                      <a:pt x="267" y="0"/>
                      <a:pt x="267" y="0"/>
                    </a:cubicBezTo>
                    <a:cubicBezTo>
                      <a:pt x="268" y="0"/>
                      <a:pt x="270" y="0"/>
                      <a:pt x="272" y="0"/>
                    </a:cubicBezTo>
                    <a:cubicBezTo>
                      <a:pt x="307" y="0"/>
                      <a:pt x="340" y="6"/>
                      <a:pt x="371" y="17"/>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5"/>
              <p:cNvSpPr/>
              <p:nvPr/>
            </p:nvSpPr>
            <p:spPr>
              <a:xfrm>
                <a:off x="777043" y="2258113"/>
                <a:ext cx="618783" cy="618783"/>
              </a:xfrm>
              <a:custGeom>
                <a:rect b="b" l="l" r="r" t="t"/>
                <a:pathLst>
                  <a:path extrusionOk="0" h="755" w="755">
                    <a:moveTo>
                      <a:pt x="246" y="683"/>
                    </a:moveTo>
                    <a:cubicBezTo>
                      <a:pt x="414" y="755"/>
                      <a:pt x="609" y="678"/>
                      <a:pt x="682" y="510"/>
                    </a:cubicBezTo>
                    <a:cubicBezTo>
                      <a:pt x="755" y="342"/>
                      <a:pt x="678" y="146"/>
                      <a:pt x="509" y="73"/>
                    </a:cubicBezTo>
                    <a:cubicBezTo>
                      <a:pt x="341" y="0"/>
                      <a:pt x="146" y="78"/>
                      <a:pt x="73" y="246"/>
                    </a:cubicBezTo>
                    <a:cubicBezTo>
                      <a:pt x="0" y="414"/>
                      <a:pt x="77" y="610"/>
                      <a:pt x="246" y="683"/>
                    </a:cubicBezTo>
                    <a:close/>
                    <a:moveTo>
                      <a:pt x="626" y="485"/>
                    </a:moveTo>
                    <a:cubicBezTo>
                      <a:pt x="566" y="622"/>
                      <a:pt x="407" y="685"/>
                      <a:pt x="270" y="626"/>
                    </a:cubicBezTo>
                    <a:cubicBezTo>
                      <a:pt x="133" y="567"/>
                      <a:pt x="70" y="407"/>
                      <a:pt x="129" y="271"/>
                    </a:cubicBezTo>
                    <a:cubicBezTo>
                      <a:pt x="189" y="134"/>
                      <a:pt x="348" y="71"/>
                      <a:pt x="485" y="130"/>
                    </a:cubicBezTo>
                    <a:cubicBezTo>
                      <a:pt x="622" y="189"/>
                      <a:pt x="685" y="349"/>
                      <a:pt x="626" y="485"/>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82" name="Google Shape;8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3" name="Google Shape;83;p5"/>
          <p:cNvSpPr txBox="1"/>
          <p:nvPr>
            <p:ph idx="1" type="subTitle"/>
          </p:nvPr>
        </p:nvSpPr>
        <p:spPr>
          <a:xfrm>
            <a:off x="4989827" y="270452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4" name="Google Shape;84;p5"/>
          <p:cNvSpPr txBox="1"/>
          <p:nvPr>
            <p:ph idx="2" type="subTitle"/>
          </p:nvPr>
        </p:nvSpPr>
        <p:spPr>
          <a:xfrm>
            <a:off x="1012325" y="2704527"/>
            <a:ext cx="3141900" cy="1134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b="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85" name="Google Shape;85;p5"/>
          <p:cNvSpPr txBox="1"/>
          <p:nvPr>
            <p:ph idx="3" type="subTitle"/>
          </p:nvPr>
        </p:nvSpPr>
        <p:spPr>
          <a:xfrm>
            <a:off x="1012325" y="1962450"/>
            <a:ext cx="3141900" cy="865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86" name="Google Shape;86;p5"/>
          <p:cNvSpPr txBox="1"/>
          <p:nvPr>
            <p:ph idx="4" type="subTitle"/>
          </p:nvPr>
        </p:nvSpPr>
        <p:spPr>
          <a:xfrm>
            <a:off x="4989832" y="1962450"/>
            <a:ext cx="3141900" cy="8652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15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grpSp>
        <p:nvGrpSpPr>
          <p:cNvPr id="87" name="Google Shape;87;p5"/>
          <p:cNvGrpSpPr/>
          <p:nvPr/>
        </p:nvGrpSpPr>
        <p:grpSpPr>
          <a:xfrm>
            <a:off x="1564677" y="-72908"/>
            <a:ext cx="7097557" cy="4838103"/>
            <a:chOff x="1564677" y="-72908"/>
            <a:chExt cx="7097557" cy="4838103"/>
          </a:xfrm>
        </p:grpSpPr>
        <p:sp>
          <p:nvSpPr>
            <p:cNvPr id="88" name="Google Shape;88;p5"/>
            <p:cNvSpPr/>
            <p:nvPr/>
          </p:nvSpPr>
          <p:spPr>
            <a:xfrm>
              <a:off x="1564677" y="44427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9" name="Google Shape;89;p5"/>
            <p:cNvGrpSpPr/>
            <p:nvPr/>
          </p:nvGrpSpPr>
          <p:grpSpPr>
            <a:xfrm rot="4095745">
              <a:off x="7986209" y="-111497"/>
              <a:ext cx="451777" cy="789064"/>
              <a:chOff x="8579627" y="228750"/>
              <a:chExt cx="451723" cy="788970"/>
            </a:xfrm>
          </p:grpSpPr>
          <p:sp>
            <p:nvSpPr>
              <p:cNvPr id="90" name="Google Shape;90;p5"/>
              <p:cNvSpPr/>
              <p:nvPr/>
            </p:nvSpPr>
            <p:spPr>
              <a:xfrm>
                <a:off x="8579627" y="69532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5"/>
              <p:cNvSpPr/>
              <p:nvPr/>
            </p:nvSpPr>
            <p:spPr>
              <a:xfrm>
                <a:off x="8846775" y="2287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94" name="Google Shape;94;p6"/>
          <p:cNvGrpSpPr/>
          <p:nvPr/>
        </p:nvGrpSpPr>
        <p:grpSpPr>
          <a:xfrm>
            <a:off x="-1067442" y="-2235586"/>
            <a:ext cx="11334362" cy="8364590"/>
            <a:chOff x="-1067442" y="-2235586"/>
            <a:chExt cx="11334362" cy="8364590"/>
          </a:xfrm>
        </p:grpSpPr>
        <p:sp>
          <p:nvSpPr>
            <p:cNvPr id="95" name="Google Shape;95;p6"/>
            <p:cNvSpPr/>
            <p:nvPr/>
          </p:nvSpPr>
          <p:spPr>
            <a:xfrm rot="-9487761">
              <a:off x="6826194" y="-1745977"/>
              <a:ext cx="3098926" cy="2433851"/>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6"/>
            <p:cNvSpPr/>
            <p:nvPr/>
          </p:nvSpPr>
          <p:spPr>
            <a:xfrm flipH="1" rot="-9880295">
              <a:off x="-863626" y="4019806"/>
              <a:ext cx="2249342" cy="1844701"/>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7" name="Google Shape;97;p6"/>
          <p:cNvGrpSpPr/>
          <p:nvPr/>
        </p:nvGrpSpPr>
        <p:grpSpPr>
          <a:xfrm>
            <a:off x="464702" y="228750"/>
            <a:ext cx="8566648" cy="4346120"/>
            <a:chOff x="464702" y="228750"/>
            <a:chExt cx="8566648" cy="4346120"/>
          </a:xfrm>
        </p:grpSpPr>
        <p:sp>
          <p:nvSpPr>
            <p:cNvPr id="98" name="Google Shape;98;p6"/>
            <p:cNvSpPr/>
            <p:nvPr/>
          </p:nvSpPr>
          <p:spPr>
            <a:xfrm>
              <a:off x="464702" y="425247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6"/>
            <p:cNvSpPr/>
            <p:nvPr/>
          </p:nvSpPr>
          <p:spPr>
            <a:xfrm>
              <a:off x="8579627" y="69532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6"/>
            <p:cNvSpPr/>
            <p:nvPr/>
          </p:nvSpPr>
          <p:spPr>
            <a:xfrm>
              <a:off x="8846775" y="2287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1" name="Google Shape;101;p6"/>
          <p:cNvGrpSpPr/>
          <p:nvPr/>
        </p:nvGrpSpPr>
        <p:grpSpPr>
          <a:xfrm>
            <a:off x="-367865" y="3675387"/>
            <a:ext cx="1793863" cy="1346198"/>
            <a:chOff x="-367865" y="3675387"/>
            <a:chExt cx="1793863" cy="1346198"/>
          </a:xfrm>
        </p:grpSpPr>
        <p:grpSp>
          <p:nvGrpSpPr>
            <p:cNvPr id="102" name="Google Shape;102;p6"/>
            <p:cNvGrpSpPr/>
            <p:nvPr/>
          </p:nvGrpSpPr>
          <p:grpSpPr>
            <a:xfrm>
              <a:off x="791375" y="4574865"/>
              <a:ext cx="634624" cy="446720"/>
              <a:chOff x="3622711" y="1331469"/>
              <a:chExt cx="959226" cy="675313"/>
            </a:xfrm>
          </p:grpSpPr>
          <p:sp>
            <p:nvSpPr>
              <p:cNvPr id="103" name="Google Shape;103;p6"/>
              <p:cNvSpPr/>
              <p:nvPr/>
            </p:nvSpPr>
            <p:spPr>
              <a:xfrm>
                <a:off x="3622711" y="1331469"/>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6"/>
              <p:cNvSpPr/>
              <p:nvPr/>
            </p:nvSpPr>
            <p:spPr>
              <a:xfrm>
                <a:off x="3728165" y="1367972"/>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6"/>
              <p:cNvSpPr/>
              <p:nvPr/>
            </p:nvSpPr>
            <p:spPr>
              <a:xfrm>
                <a:off x="3963408" y="1513985"/>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6"/>
              <p:cNvSpPr/>
              <p:nvPr/>
            </p:nvSpPr>
            <p:spPr>
              <a:xfrm>
                <a:off x="4083059" y="1597131"/>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6"/>
              <p:cNvSpPr/>
              <p:nvPr/>
            </p:nvSpPr>
            <p:spPr>
              <a:xfrm>
                <a:off x="4208792" y="144503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6"/>
              <p:cNvSpPr/>
              <p:nvPr/>
            </p:nvSpPr>
            <p:spPr>
              <a:xfrm>
                <a:off x="4332497" y="1516013"/>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6"/>
              <p:cNvSpPr/>
              <p:nvPr/>
            </p:nvSpPr>
            <p:spPr>
              <a:xfrm>
                <a:off x="4458231" y="1351748"/>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6"/>
              <p:cNvSpPr/>
              <p:nvPr/>
            </p:nvSpPr>
            <p:spPr>
              <a:xfrm>
                <a:off x="3709914" y="167825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6"/>
              <p:cNvSpPr/>
              <p:nvPr/>
            </p:nvSpPr>
            <p:spPr>
              <a:xfrm>
                <a:off x="3701802" y="1765453"/>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6"/>
              <p:cNvSpPr/>
              <p:nvPr/>
            </p:nvSpPr>
            <p:spPr>
              <a:xfrm>
                <a:off x="3825507" y="1694474"/>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6"/>
              <p:cNvSpPr/>
              <p:nvPr/>
            </p:nvSpPr>
            <p:spPr>
              <a:xfrm>
                <a:off x="3947185" y="1621467"/>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6"/>
              <p:cNvSpPr/>
              <p:nvPr/>
            </p:nvSpPr>
            <p:spPr>
              <a:xfrm>
                <a:off x="4072918" y="1678250"/>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6"/>
              <p:cNvSpPr/>
              <p:nvPr/>
            </p:nvSpPr>
            <p:spPr>
              <a:xfrm>
                <a:off x="4196624" y="1548460"/>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6"/>
              <p:cNvSpPr/>
              <p:nvPr/>
            </p:nvSpPr>
            <p:spPr>
              <a:xfrm>
                <a:off x="4318302" y="1609299"/>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6"/>
              <p:cNvSpPr/>
              <p:nvPr/>
            </p:nvSpPr>
            <p:spPr>
              <a:xfrm>
                <a:off x="4442007" y="1459230"/>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8" name="Google Shape;118;p6"/>
            <p:cNvGrpSpPr/>
            <p:nvPr/>
          </p:nvGrpSpPr>
          <p:grpSpPr>
            <a:xfrm>
              <a:off x="-367865" y="3675387"/>
              <a:ext cx="676370" cy="1142272"/>
              <a:chOff x="2757910" y="1240337"/>
              <a:chExt cx="676370" cy="1142272"/>
            </a:xfrm>
          </p:grpSpPr>
          <p:sp>
            <p:nvSpPr>
              <p:cNvPr id="119" name="Google Shape;119;p6"/>
              <p:cNvSpPr/>
              <p:nvPr/>
            </p:nvSpPr>
            <p:spPr>
              <a:xfrm>
                <a:off x="2757910" y="1240337"/>
                <a:ext cx="676370" cy="870576"/>
              </a:xfrm>
              <a:custGeom>
                <a:rect b="b" l="l" r="r" t="t"/>
                <a:pathLst>
                  <a:path extrusionOk="0" h="996" w="774">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6"/>
              <p:cNvSpPr/>
              <p:nvPr/>
            </p:nvSpPr>
            <p:spPr>
              <a:xfrm>
                <a:off x="2940636" y="2078385"/>
                <a:ext cx="320487" cy="227689"/>
              </a:xfrm>
              <a:custGeom>
                <a:rect b="b" l="l" r="r" t="t"/>
                <a:pathLst>
                  <a:path extrusionOk="0" h="238" w="335">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6"/>
              <p:cNvSpPr/>
              <p:nvPr/>
            </p:nvSpPr>
            <p:spPr>
              <a:xfrm>
                <a:off x="2924372" y="1697628"/>
                <a:ext cx="322400" cy="369276"/>
              </a:xfrm>
              <a:custGeom>
                <a:rect b="b" l="l" r="r" t="t"/>
                <a:pathLst>
                  <a:path extrusionOk="0" h="422" w="369">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6"/>
              <p:cNvSpPr/>
              <p:nvPr/>
            </p:nvSpPr>
            <p:spPr>
              <a:xfrm>
                <a:off x="2942549" y="1733025"/>
                <a:ext cx="304223" cy="323357"/>
              </a:xfrm>
              <a:custGeom>
                <a:rect b="b" l="l" r="r" t="t"/>
                <a:pathLst>
                  <a:path extrusionOk="0" h="369" w="348">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6"/>
              <p:cNvSpPr/>
              <p:nvPr/>
            </p:nvSpPr>
            <p:spPr>
              <a:xfrm>
                <a:off x="2904282" y="2056382"/>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6"/>
              <p:cNvSpPr/>
              <p:nvPr/>
            </p:nvSpPr>
            <p:spPr>
              <a:xfrm>
                <a:off x="2904282" y="2118566"/>
                <a:ext cx="393194" cy="41137"/>
              </a:xfrm>
              <a:custGeom>
                <a:rect b="b" l="l" r="r" t="t"/>
                <a:pathLst>
                  <a:path extrusionOk="0" h="47" w="45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6"/>
              <p:cNvSpPr/>
              <p:nvPr/>
            </p:nvSpPr>
            <p:spPr>
              <a:xfrm>
                <a:off x="2904282" y="2181706"/>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6"/>
              <p:cNvSpPr/>
              <p:nvPr/>
            </p:nvSpPr>
            <p:spPr>
              <a:xfrm>
                <a:off x="3026737" y="2306074"/>
                <a:ext cx="148285" cy="76534"/>
              </a:xfrm>
              <a:custGeom>
                <a:rect b="b" l="l" r="r" t="t"/>
                <a:pathLst>
                  <a:path extrusionOk="0" h="87" w="17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7" name="Shape 127"/>
        <p:cNvGrpSpPr/>
        <p:nvPr/>
      </p:nvGrpSpPr>
      <p:grpSpPr>
        <a:xfrm>
          <a:off x="0" y="0"/>
          <a:ext cx="0" cy="0"/>
          <a:chOff x="0" y="0"/>
          <a:chExt cx="0" cy="0"/>
        </a:xfrm>
      </p:grpSpPr>
      <p:sp>
        <p:nvSpPr>
          <p:cNvPr id="128" name="Google Shape;128;p7"/>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9" name="Google Shape;129;p7"/>
          <p:cNvSpPr txBox="1"/>
          <p:nvPr>
            <p:ph idx="1" type="subTitle"/>
          </p:nvPr>
        </p:nvSpPr>
        <p:spPr>
          <a:xfrm>
            <a:off x="720000" y="1700300"/>
            <a:ext cx="4360200" cy="290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
        <p:nvSpPr>
          <p:cNvPr id="130" name="Google Shape;130;p7"/>
          <p:cNvSpPr/>
          <p:nvPr>
            <p:ph idx="2" type="pic"/>
          </p:nvPr>
        </p:nvSpPr>
        <p:spPr>
          <a:xfrm>
            <a:off x="5287787" y="1164750"/>
            <a:ext cx="2702100" cy="3145200"/>
          </a:xfrm>
          <a:prstGeom prst="roundRect">
            <a:avLst>
              <a:gd fmla="val 16667" name="adj"/>
            </a:avLst>
          </a:prstGeom>
          <a:noFill/>
          <a:ln>
            <a:noFill/>
          </a:ln>
        </p:spPr>
      </p:sp>
      <p:grpSp>
        <p:nvGrpSpPr>
          <p:cNvPr id="131" name="Google Shape;131;p7"/>
          <p:cNvGrpSpPr/>
          <p:nvPr/>
        </p:nvGrpSpPr>
        <p:grpSpPr>
          <a:xfrm>
            <a:off x="-1074892" y="-1954336"/>
            <a:ext cx="11396924" cy="8184515"/>
            <a:chOff x="-1074892" y="-1954336"/>
            <a:chExt cx="11396924" cy="8184515"/>
          </a:xfrm>
        </p:grpSpPr>
        <p:sp>
          <p:nvSpPr>
            <p:cNvPr id="132" name="Google Shape;132;p7"/>
            <p:cNvSpPr/>
            <p:nvPr/>
          </p:nvSpPr>
          <p:spPr>
            <a:xfrm rot="-9487761">
              <a:off x="6881307" y="-1464727"/>
              <a:ext cx="3098926" cy="2433851"/>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7"/>
            <p:cNvSpPr/>
            <p:nvPr/>
          </p:nvSpPr>
          <p:spPr>
            <a:xfrm flipH="1" rot="-9880295">
              <a:off x="-871076" y="4120981"/>
              <a:ext cx="2249342" cy="1844701"/>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4" name="Google Shape;134;p7"/>
          <p:cNvGrpSpPr/>
          <p:nvPr/>
        </p:nvGrpSpPr>
        <p:grpSpPr>
          <a:xfrm>
            <a:off x="7702991" y="236579"/>
            <a:ext cx="1713523" cy="1256858"/>
            <a:chOff x="7702991" y="236579"/>
            <a:chExt cx="1713523" cy="1256858"/>
          </a:xfrm>
        </p:grpSpPr>
        <p:grpSp>
          <p:nvGrpSpPr>
            <p:cNvPr id="135" name="Google Shape;135;p7"/>
            <p:cNvGrpSpPr/>
            <p:nvPr/>
          </p:nvGrpSpPr>
          <p:grpSpPr>
            <a:xfrm>
              <a:off x="7702991" y="236579"/>
              <a:ext cx="428274" cy="605851"/>
              <a:chOff x="6000261" y="1225220"/>
              <a:chExt cx="627600" cy="887824"/>
            </a:xfrm>
          </p:grpSpPr>
          <p:sp>
            <p:nvSpPr>
              <p:cNvPr id="136" name="Google Shape;136;p7"/>
              <p:cNvSpPr/>
              <p:nvPr/>
            </p:nvSpPr>
            <p:spPr>
              <a:xfrm>
                <a:off x="6000261" y="1293145"/>
                <a:ext cx="627600" cy="819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7"/>
              <p:cNvSpPr/>
              <p:nvPr/>
            </p:nvSpPr>
            <p:spPr>
              <a:xfrm>
                <a:off x="6000261" y="1225220"/>
                <a:ext cx="627579" cy="67924"/>
              </a:xfrm>
              <a:custGeom>
                <a:rect b="b" l="l" r="r" t="t"/>
                <a:pathLst>
                  <a:path extrusionOk="0" h="78" w="718">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7"/>
              <p:cNvSpPr/>
              <p:nvPr/>
            </p:nvSpPr>
            <p:spPr>
              <a:xfrm>
                <a:off x="6029918" y="1243398"/>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7"/>
              <p:cNvSpPr/>
              <p:nvPr/>
            </p:nvSpPr>
            <p:spPr>
              <a:xfrm>
                <a:off x="6077752" y="1243398"/>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7"/>
              <p:cNvSpPr/>
              <p:nvPr/>
            </p:nvSpPr>
            <p:spPr>
              <a:xfrm>
                <a:off x="6126543" y="1243398"/>
                <a:ext cx="306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7"/>
              <p:cNvSpPr/>
              <p:nvPr/>
            </p:nvSpPr>
            <p:spPr>
              <a:xfrm>
                <a:off x="6100712" y="1671989"/>
                <a:ext cx="97500" cy="142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7"/>
              <p:cNvSpPr/>
              <p:nvPr/>
            </p:nvSpPr>
            <p:spPr>
              <a:xfrm>
                <a:off x="6248997" y="1573451"/>
                <a:ext cx="98400" cy="241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7"/>
              <p:cNvSpPr/>
              <p:nvPr/>
            </p:nvSpPr>
            <p:spPr>
              <a:xfrm>
                <a:off x="6397281" y="1484480"/>
                <a:ext cx="97500" cy="330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7"/>
              <p:cNvSpPr/>
              <p:nvPr/>
            </p:nvSpPr>
            <p:spPr>
              <a:xfrm>
                <a:off x="6135152" y="1338108"/>
                <a:ext cx="308049" cy="309007"/>
              </a:xfrm>
              <a:custGeom>
                <a:rect b="b" l="l" r="r" t="t"/>
                <a:pathLst>
                  <a:path extrusionOk="0" h="353" w="352">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7"/>
              <p:cNvSpPr/>
              <p:nvPr/>
            </p:nvSpPr>
            <p:spPr>
              <a:xfrm>
                <a:off x="6072012" y="1876717"/>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7"/>
              <p:cNvSpPr/>
              <p:nvPr/>
            </p:nvSpPr>
            <p:spPr>
              <a:xfrm>
                <a:off x="6072012" y="1929334"/>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7"/>
              <p:cNvSpPr/>
              <p:nvPr/>
            </p:nvSpPr>
            <p:spPr>
              <a:xfrm>
                <a:off x="6124629" y="1981952"/>
                <a:ext cx="3777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7"/>
              <p:cNvSpPr/>
              <p:nvPr/>
            </p:nvSpPr>
            <p:spPr>
              <a:xfrm>
                <a:off x="6192553" y="2034569"/>
                <a:ext cx="2421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9" name="Google Shape;149;p7"/>
            <p:cNvGrpSpPr/>
            <p:nvPr/>
          </p:nvGrpSpPr>
          <p:grpSpPr>
            <a:xfrm rot="-2376894">
              <a:off x="8771628" y="712393"/>
              <a:ext cx="471966" cy="712375"/>
              <a:chOff x="2047101" y="2145599"/>
              <a:chExt cx="407553" cy="615151"/>
            </a:xfrm>
          </p:grpSpPr>
          <p:sp>
            <p:nvSpPr>
              <p:cNvPr id="150" name="Google Shape;150;p7"/>
              <p:cNvSpPr/>
              <p:nvPr/>
            </p:nvSpPr>
            <p:spPr>
              <a:xfrm>
                <a:off x="2047101" y="2145599"/>
                <a:ext cx="407553" cy="615151"/>
              </a:xfrm>
              <a:custGeom>
                <a:rect b="b" l="l" r="r" t="t"/>
                <a:pathLst>
                  <a:path extrusionOk="0" h="1325" w="879">
                    <a:moveTo>
                      <a:pt x="879" y="55"/>
                    </a:moveTo>
                    <a:cubicBezTo>
                      <a:pt x="879" y="1270"/>
                      <a:pt x="879" y="1270"/>
                      <a:pt x="879" y="1270"/>
                    </a:cubicBezTo>
                    <a:cubicBezTo>
                      <a:pt x="879" y="1300"/>
                      <a:pt x="854" y="1325"/>
                      <a:pt x="824" y="1325"/>
                    </a:cubicBezTo>
                    <a:cubicBezTo>
                      <a:pt x="55" y="1325"/>
                      <a:pt x="55" y="1325"/>
                      <a:pt x="55" y="1325"/>
                    </a:cubicBezTo>
                    <a:cubicBezTo>
                      <a:pt x="25" y="1325"/>
                      <a:pt x="0" y="1300"/>
                      <a:pt x="0" y="1270"/>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7"/>
              <p:cNvSpPr/>
              <p:nvPr/>
            </p:nvSpPr>
            <p:spPr>
              <a:xfrm>
                <a:off x="2047101" y="2145599"/>
                <a:ext cx="407553" cy="203528"/>
              </a:xfrm>
              <a:custGeom>
                <a:rect b="b" l="l" r="r" t="t"/>
                <a:pathLst>
                  <a:path extrusionOk="0" h="439" w="879">
                    <a:moveTo>
                      <a:pt x="879" y="55"/>
                    </a:moveTo>
                    <a:cubicBezTo>
                      <a:pt x="879" y="439"/>
                      <a:pt x="879" y="439"/>
                      <a:pt x="879" y="439"/>
                    </a:cubicBezTo>
                    <a:cubicBezTo>
                      <a:pt x="0" y="439"/>
                      <a:pt x="0" y="439"/>
                      <a:pt x="0" y="439"/>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7"/>
              <p:cNvSpPr/>
              <p:nvPr/>
            </p:nvSpPr>
            <p:spPr>
              <a:xfrm>
                <a:off x="2080091" y="2234928"/>
                <a:ext cx="341100" cy="864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7"/>
              <p:cNvSpPr/>
              <p:nvPr/>
            </p:nvSpPr>
            <p:spPr>
              <a:xfrm>
                <a:off x="2207483" y="2234928"/>
                <a:ext cx="194894" cy="86283"/>
              </a:xfrm>
              <a:custGeom>
                <a:rect b="b" l="l" r="r" t="t"/>
                <a:pathLst>
                  <a:path extrusionOk="0" h="170" w="384">
                    <a:moveTo>
                      <a:pt x="384" y="0"/>
                    </a:moveTo>
                    <a:lnTo>
                      <a:pt x="270" y="170"/>
                    </a:lnTo>
                    <a:lnTo>
                      <a:pt x="0" y="170"/>
                    </a:lnTo>
                    <a:lnTo>
                      <a:pt x="113" y="0"/>
                    </a:lnTo>
                    <a:lnTo>
                      <a:pt x="38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7"/>
              <p:cNvSpPr/>
              <p:nvPr/>
            </p:nvSpPr>
            <p:spPr>
              <a:xfrm>
                <a:off x="2089734" y="2234928"/>
                <a:ext cx="125869" cy="86283"/>
              </a:xfrm>
              <a:custGeom>
                <a:rect b="b" l="l" r="r" t="t"/>
                <a:pathLst>
                  <a:path extrusionOk="0" h="170" w="248">
                    <a:moveTo>
                      <a:pt x="248" y="0"/>
                    </a:moveTo>
                    <a:lnTo>
                      <a:pt x="135" y="170"/>
                    </a:lnTo>
                    <a:lnTo>
                      <a:pt x="0" y="170"/>
                    </a:lnTo>
                    <a:lnTo>
                      <a:pt x="113" y="0"/>
                    </a:lnTo>
                    <a:lnTo>
                      <a:pt x="24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7"/>
              <p:cNvSpPr/>
              <p:nvPr/>
            </p:nvSpPr>
            <p:spPr>
              <a:xfrm>
                <a:off x="2080091" y="2420691"/>
                <a:ext cx="72070" cy="49740"/>
              </a:xfrm>
              <a:custGeom>
                <a:rect b="b" l="l" r="r" t="t"/>
                <a:pathLst>
                  <a:path extrusionOk="0" h="107" w="155">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7"/>
              <p:cNvSpPr/>
              <p:nvPr/>
            </p:nvSpPr>
            <p:spPr>
              <a:xfrm>
                <a:off x="2169925" y="2420691"/>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7"/>
              <p:cNvSpPr/>
              <p:nvPr/>
            </p:nvSpPr>
            <p:spPr>
              <a:xfrm>
                <a:off x="2259252" y="2420691"/>
                <a:ext cx="72578"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7"/>
              <p:cNvSpPr/>
              <p:nvPr/>
            </p:nvSpPr>
            <p:spPr>
              <a:xfrm>
                <a:off x="2349086" y="2420691"/>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7"/>
              <p:cNvSpPr/>
              <p:nvPr/>
            </p:nvSpPr>
            <p:spPr>
              <a:xfrm>
                <a:off x="2080091" y="2486165"/>
                <a:ext cx="72070" cy="49740"/>
              </a:xfrm>
              <a:custGeom>
                <a:rect b="b" l="l" r="r" t="t"/>
                <a:pathLst>
                  <a:path extrusionOk="0" h="107" w="155">
                    <a:moveTo>
                      <a:pt x="131" y="0"/>
                    </a:moveTo>
                    <a:cubicBezTo>
                      <a:pt x="24" y="0"/>
                      <a:pt x="24" y="0"/>
                      <a:pt x="24" y="0"/>
                    </a:cubicBezTo>
                    <a:cubicBezTo>
                      <a:pt x="11" y="0"/>
                      <a:pt x="0" y="11"/>
                      <a:pt x="0" y="25"/>
                    </a:cubicBezTo>
                    <a:cubicBezTo>
                      <a:pt x="0" y="81"/>
                      <a:pt x="0" y="81"/>
                      <a:pt x="0" y="81"/>
                    </a:cubicBezTo>
                    <a:cubicBezTo>
                      <a:pt x="0" y="95"/>
                      <a:pt x="11" y="107"/>
                      <a:pt x="24" y="107"/>
                    </a:cubicBezTo>
                    <a:cubicBezTo>
                      <a:pt x="131" y="107"/>
                      <a:pt x="131" y="107"/>
                      <a:pt x="131" y="107"/>
                    </a:cubicBezTo>
                    <a:cubicBezTo>
                      <a:pt x="145" y="107"/>
                      <a:pt x="155" y="95"/>
                      <a:pt x="155" y="81"/>
                    </a:cubicBezTo>
                    <a:cubicBezTo>
                      <a:pt x="155" y="25"/>
                      <a:pt x="155" y="25"/>
                      <a:pt x="155" y="25"/>
                    </a:cubicBezTo>
                    <a:cubicBezTo>
                      <a:pt x="155"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7"/>
              <p:cNvSpPr/>
              <p:nvPr/>
            </p:nvSpPr>
            <p:spPr>
              <a:xfrm>
                <a:off x="2169925" y="2486165"/>
                <a:ext cx="72070"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7"/>
              <p:cNvSpPr/>
              <p:nvPr/>
            </p:nvSpPr>
            <p:spPr>
              <a:xfrm>
                <a:off x="2259252" y="2486165"/>
                <a:ext cx="72578"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2349086" y="2486165"/>
                <a:ext cx="72070"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2080091" y="2551131"/>
                <a:ext cx="72070" cy="49740"/>
              </a:xfrm>
              <a:custGeom>
                <a:rect b="b" l="l" r="r" t="t"/>
                <a:pathLst>
                  <a:path extrusionOk="0" h="107" w="155">
                    <a:moveTo>
                      <a:pt x="131" y="0"/>
                    </a:moveTo>
                    <a:cubicBezTo>
                      <a:pt x="24" y="0"/>
                      <a:pt x="24" y="0"/>
                      <a:pt x="24" y="0"/>
                    </a:cubicBezTo>
                    <a:cubicBezTo>
                      <a:pt x="11" y="0"/>
                      <a:pt x="0" y="11"/>
                      <a:pt x="0" y="25"/>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5"/>
                      <a:pt x="155" y="25"/>
                      <a:pt x="155" y="25"/>
                    </a:cubicBezTo>
                    <a:cubicBezTo>
                      <a:pt x="155"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7"/>
              <p:cNvSpPr/>
              <p:nvPr/>
            </p:nvSpPr>
            <p:spPr>
              <a:xfrm>
                <a:off x="2169925" y="2551131"/>
                <a:ext cx="72070"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2259252" y="2551131"/>
                <a:ext cx="72578"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7"/>
              <p:cNvSpPr/>
              <p:nvPr/>
            </p:nvSpPr>
            <p:spPr>
              <a:xfrm>
                <a:off x="2349086" y="2551131"/>
                <a:ext cx="72070"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7"/>
              <p:cNvSpPr/>
              <p:nvPr/>
            </p:nvSpPr>
            <p:spPr>
              <a:xfrm>
                <a:off x="2080091" y="2616098"/>
                <a:ext cx="72070" cy="49740"/>
              </a:xfrm>
              <a:custGeom>
                <a:rect b="b" l="l" r="r" t="t"/>
                <a:pathLst>
                  <a:path extrusionOk="0" h="107" w="155">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7"/>
              <p:cNvSpPr/>
              <p:nvPr/>
            </p:nvSpPr>
            <p:spPr>
              <a:xfrm>
                <a:off x="2169925" y="2616098"/>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2259252" y="2616098"/>
                <a:ext cx="72578"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2080091" y="2681572"/>
                <a:ext cx="72070" cy="49232"/>
              </a:xfrm>
              <a:custGeom>
                <a:rect b="b" l="l" r="r" t="t"/>
                <a:pathLst>
                  <a:path extrusionOk="0" h="106" w="155">
                    <a:moveTo>
                      <a:pt x="131" y="0"/>
                    </a:moveTo>
                    <a:cubicBezTo>
                      <a:pt x="24" y="0"/>
                      <a:pt x="24" y="0"/>
                      <a:pt x="24" y="0"/>
                    </a:cubicBezTo>
                    <a:cubicBezTo>
                      <a:pt x="11" y="0"/>
                      <a:pt x="0" y="11"/>
                      <a:pt x="0" y="25"/>
                    </a:cubicBezTo>
                    <a:cubicBezTo>
                      <a:pt x="0" y="81"/>
                      <a:pt x="0" y="81"/>
                      <a:pt x="0" y="81"/>
                    </a:cubicBezTo>
                    <a:cubicBezTo>
                      <a:pt x="0" y="95"/>
                      <a:pt x="11" y="106"/>
                      <a:pt x="24" y="106"/>
                    </a:cubicBezTo>
                    <a:cubicBezTo>
                      <a:pt x="131" y="106"/>
                      <a:pt x="131" y="106"/>
                      <a:pt x="131" y="106"/>
                    </a:cubicBezTo>
                    <a:cubicBezTo>
                      <a:pt x="145" y="106"/>
                      <a:pt x="155" y="95"/>
                      <a:pt x="155" y="81"/>
                    </a:cubicBezTo>
                    <a:cubicBezTo>
                      <a:pt x="155" y="25"/>
                      <a:pt x="155" y="25"/>
                      <a:pt x="155" y="25"/>
                    </a:cubicBezTo>
                    <a:cubicBezTo>
                      <a:pt x="155"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2169925" y="2681572"/>
                <a:ext cx="72070" cy="49232"/>
              </a:xfrm>
              <a:custGeom>
                <a:rect b="b" l="l" r="r" t="t"/>
                <a:pathLst>
                  <a:path extrusionOk="0" h="106" w="156">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2259252" y="2681572"/>
                <a:ext cx="72578" cy="49232"/>
              </a:xfrm>
              <a:custGeom>
                <a:rect b="b" l="l" r="r" t="t"/>
                <a:pathLst>
                  <a:path extrusionOk="0" h="106" w="156">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2349086" y="2616098"/>
                <a:ext cx="72070" cy="114706"/>
              </a:xfrm>
              <a:custGeom>
                <a:rect b="b" l="l" r="r" t="t"/>
                <a:pathLst>
                  <a:path extrusionOk="0" h="247" w="156">
                    <a:moveTo>
                      <a:pt x="156" y="26"/>
                    </a:moveTo>
                    <a:cubicBezTo>
                      <a:pt x="156" y="12"/>
                      <a:pt x="145" y="0"/>
                      <a:pt x="131" y="0"/>
                    </a:cubicBezTo>
                    <a:cubicBezTo>
                      <a:pt x="25" y="0"/>
                      <a:pt x="25" y="0"/>
                      <a:pt x="25" y="0"/>
                    </a:cubicBezTo>
                    <a:cubicBezTo>
                      <a:pt x="11" y="0"/>
                      <a:pt x="0" y="12"/>
                      <a:pt x="0" y="26"/>
                    </a:cubicBezTo>
                    <a:cubicBezTo>
                      <a:pt x="0" y="82"/>
                      <a:pt x="0" y="82"/>
                      <a:pt x="0" y="82"/>
                    </a:cubicBezTo>
                    <a:cubicBezTo>
                      <a:pt x="0" y="83"/>
                      <a:pt x="1" y="84"/>
                      <a:pt x="1" y="84"/>
                    </a:cubicBezTo>
                    <a:cubicBezTo>
                      <a:pt x="1" y="86"/>
                      <a:pt x="0" y="87"/>
                      <a:pt x="0" y="88"/>
                    </a:cubicBezTo>
                    <a:cubicBezTo>
                      <a:pt x="0" y="164"/>
                      <a:pt x="0" y="164"/>
                      <a:pt x="0" y="164"/>
                    </a:cubicBezTo>
                    <a:cubicBezTo>
                      <a:pt x="0" y="165"/>
                      <a:pt x="0" y="165"/>
                      <a:pt x="0" y="165"/>
                    </a:cubicBezTo>
                    <a:cubicBezTo>
                      <a:pt x="0" y="166"/>
                      <a:pt x="0" y="166"/>
                      <a:pt x="0" y="166"/>
                    </a:cubicBezTo>
                    <a:cubicBezTo>
                      <a:pt x="0" y="222"/>
                      <a:pt x="0" y="222"/>
                      <a:pt x="0" y="222"/>
                    </a:cubicBezTo>
                    <a:cubicBezTo>
                      <a:pt x="0" y="236"/>
                      <a:pt x="11" y="247"/>
                      <a:pt x="25" y="247"/>
                    </a:cubicBezTo>
                    <a:cubicBezTo>
                      <a:pt x="131" y="247"/>
                      <a:pt x="131" y="247"/>
                      <a:pt x="131" y="247"/>
                    </a:cubicBezTo>
                    <a:cubicBezTo>
                      <a:pt x="145" y="247"/>
                      <a:pt x="156" y="236"/>
                      <a:pt x="156" y="222"/>
                    </a:cubicBezTo>
                    <a:cubicBezTo>
                      <a:pt x="156" y="166"/>
                      <a:pt x="156" y="166"/>
                      <a:pt x="156" y="166"/>
                    </a:cubicBezTo>
                    <a:cubicBezTo>
                      <a:pt x="156" y="165"/>
                      <a:pt x="156" y="165"/>
                      <a:pt x="156" y="165"/>
                    </a:cubicBezTo>
                    <a:cubicBezTo>
                      <a:pt x="156" y="164"/>
                      <a:pt x="156" y="164"/>
                      <a:pt x="156" y="164"/>
                    </a:cubicBezTo>
                    <a:cubicBezTo>
                      <a:pt x="156" y="88"/>
                      <a:pt x="156" y="88"/>
                      <a:pt x="156" y="88"/>
                    </a:cubicBezTo>
                    <a:cubicBezTo>
                      <a:pt x="156" y="87"/>
                      <a:pt x="156" y="86"/>
                      <a:pt x="156" y="84"/>
                    </a:cubicBezTo>
                    <a:cubicBezTo>
                      <a:pt x="156" y="84"/>
                      <a:pt x="156" y="83"/>
                      <a:pt x="156" y="82"/>
                    </a:cubicBezTo>
                    <a:lnTo>
                      <a:pt x="156" y="2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2080091" y="2368413"/>
                <a:ext cx="65473" cy="34513"/>
              </a:xfrm>
              <a:custGeom>
                <a:rect b="b" l="l" r="r" t="t"/>
                <a:pathLst>
                  <a:path extrusionOk="0" h="74" w="141">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2355684" y="2368413"/>
                <a:ext cx="65473" cy="34513"/>
              </a:xfrm>
              <a:custGeom>
                <a:rect b="b" l="l" r="r" t="t"/>
                <a:pathLst>
                  <a:path extrusionOk="0" h="74" w="141">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2163327" y="2368413"/>
                <a:ext cx="49231"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2226262" y="2368413"/>
                <a:ext cx="49231"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2289704" y="2368413"/>
                <a:ext cx="48724"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2080091" y="2179097"/>
                <a:ext cx="121302" cy="26900"/>
              </a:xfrm>
              <a:custGeom>
                <a:rect b="b" l="l" r="r" t="t"/>
                <a:pathLst>
                  <a:path extrusionOk="0" h="58" w="261">
                    <a:moveTo>
                      <a:pt x="232" y="0"/>
                    </a:moveTo>
                    <a:cubicBezTo>
                      <a:pt x="29" y="0"/>
                      <a:pt x="29" y="0"/>
                      <a:pt x="29" y="0"/>
                    </a:cubicBezTo>
                    <a:cubicBezTo>
                      <a:pt x="13" y="0"/>
                      <a:pt x="0" y="13"/>
                      <a:pt x="0" y="29"/>
                    </a:cubicBezTo>
                    <a:cubicBezTo>
                      <a:pt x="0" y="45"/>
                      <a:pt x="13" y="58"/>
                      <a:pt x="29" y="58"/>
                    </a:cubicBezTo>
                    <a:cubicBezTo>
                      <a:pt x="232" y="58"/>
                      <a:pt x="232" y="58"/>
                      <a:pt x="232" y="58"/>
                    </a:cubicBezTo>
                    <a:cubicBezTo>
                      <a:pt x="248" y="58"/>
                      <a:pt x="261" y="45"/>
                      <a:pt x="261" y="29"/>
                    </a:cubicBezTo>
                    <a:cubicBezTo>
                      <a:pt x="261" y="13"/>
                      <a:pt x="248" y="0"/>
                      <a:pt x="232"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80" name="Google Shape;180;p7"/>
          <p:cNvGrpSpPr/>
          <p:nvPr/>
        </p:nvGrpSpPr>
        <p:grpSpPr>
          <a:xfrm>
            <a:off x="90252" y="352520"/>
            <a:ext cx="8548512" cy="4482580"/>
            <a:chOff x="90252" y="352520"/>
            <a:chExt cx="8548512" cy="4482580"/>
          </a:xfrm>
        </p:grpSpPr>
        <p:sp>
          <p:nvSpPr>
            <p:cNvPr id="181" name="Google Shape;181;p7"/>
            <p:cNvSpPr/>
            <p:nvPr/>
          </p:nvSpPr>
          <p:spPr>
            <a:xfrm>
              <a:off x="8312089" y="35252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90252" y="40430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7"/>
            <p:cNvSpPr/>
            <p:nvPr/>
          </p:nvSpPr>
          <p:spPr>
            <a:xfrm>
              <a:off x="416925" y="46529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84" name="Shape 184"/>
        <p:cNvGrpSpPr/>
        <p:nvPr/>
      </p:nvGrpSpPr>
      <p:grpSpPr>
        <a:xfrm>
          <a:off x="0" y="0"/>
          <a:ext cx="0" cy="0"/>
          <a:chOff x="0" y="0"/>
          <a:chExt cx="0" cy="0"/>
        </a:xfrm>
      </p:grpSpPr>
      <p:grpSp>
        <p:nvGrpSpPr>
          <p:cNvPr id="185" name="Google Shape;185;p8"/>
          <p:cNvGrpSpPr/>
          <p:nvPr/>
        </p:nvGrpSpPr>
        <p:grpSpPr>
          <a:xfrm>
            <a:off x="-2012189" y="-3008195"/>
            <a:ext cx="13291278" cy="10373236"/>
            <a:chOff x="-2012189" y="-3008195"/>
            <a:chExt cx="13291278" cy="10373236"/>
          </a:xfrm>
        </p:grpSpPr>
        <p:sp>
          <p:nvSpPr>
            <p:cNvPr id="186" name="Google Shape;186;p8"/>
            <p:cNvSpPr/>
            <p:nvPr/>
          </p:nvSpPr>
          <p:spPr>
            <a:xfrm rot="-7883097">
              <a:off x="5052852" y="1477342"/>
              <a:ext cx="5631856" cy="4125620"/>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8"/>
            <p:cNvSpPr/>
            <p:nvPr/>
          </p:nvSpPr>
          <p:spPr>
            <a:xfrm rot="-8306489">
              <a:off x="808757" y="-2235647"/>
              <a:ext cx="3381355" cy="2773073"/>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8"/>
            <p:cNvSpPr/>
            <p:nvPr/>
          </p:nvSpPr>
          <p:spPr>
            <a:xfrm rot="-2526298">
              <a:off x="-1507395" y="3898776"/>
              <a:ext cx="3213799" cy="2742785"/>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89" name="Google Shape;189;p8"/>
          <p:cNvSpPr txBox="1"/>
          <p:nvPr>
            <p:ph type="title"/>
          </p:nvPr>
        </p:nvSpPr>
        <p:spPr>
          <a:xfrm>
            <a:off x="713225" y="1655325"/>
            <a:ext cx="4919700" cy="19260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0" name="Shape 190"/>
        <p:cNvGrpSpPr/>
        <p:nvPr/>
      </p:nvGrpSpPr>
      <p:grpSpPr>
        <a:xfrm>
          <a:off x="0" y="0"/>
          <a:ext cx="0" cy="0"/>
          <a:chOff x="0" y="0"/>
          <a:chExt cx="0" cy="0"/>
        </a:xfrm>
      </p:grpSpPr>
      <p:sp>
        <p:nvSpPr>
          <p:cNvPr id="191" name="Google Shape;191;p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2" name="Google Shape;192;p9"/>
          <p:cNvSpPr txBox="1"/>
          <p:nvPr>
            <p:ph idx="1" type="subTitle"/>
          </p:nvPr>
        </p:nvSpPr>
        <p:spPr>
          <a:xfrm>
            <a:off x="4731475" y="1538600"/>
            <a:ext cx="3699300" cy="2701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93" name="Google Shape;193;p9"/>
          <p:cNvSpPr txBox="1"/>
          <p:nvPr>
            <p:ph idx="2" type="subTitle"/>
          </p:nvPr>
        </p:nvSpPr>
        <p:spPr>
          <a:xfrm>
            <a:off x="872400" y="1538600"/>
            <a:ext cx="3699300" cy="27018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94" name="Google Shape;194;p9"/>
          <p:cNvGrpSpPr/>
          <p:nvPr/>
        </p:nvGrpSpPr>
        <p:grpSpPr>
          <a:xfrm>
            <a:off x="-1003990" y="-1494873"/>
            <a:ext cx="12202257" cy="9246220"/>
            <a:chOff x="-1003990" y="-1494873"/>
            <a:chExt cx="12202257" cy="9246220"/>
          </a:xfrm>
        </p:grpSpPr>
        <p:sp>
          <p:nvSpPr>
            <p:cNvPr id="195" name="Google Shape;195;p9"/>
            <p:cNvSpPr/>
            <p:nvPr/>
          </p:nvSpPr>
          <p:spPr>
            <a:xfrm rot="-1862678">
              <a:off x="6571680" y="3713484"/>
              <a:ext cx="4091079" cy="3213076"/>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9"/>
            <p:cNvSpPr/>
            <p:nvPr/>
          </p:nvSpPr>
          <p:spPr>
            <a:xfrm flipH="1" rot="-3988337">
              <a:off x="-833999" y="-1017772"/>
              <a:ext cx="2249730" cy="1845020"/>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97" name="Google Shape;197;p9"/>
          <p:cNvGrpSpPr/>
          <p:nvPr/>
        </p:nvGrpSpPr>
        <p:grpSpPr>
          <a:xfrm>
            <a:off x="7726686" y="3223087"/>
            <a:ext cx="1740094" cy="1817570"/>
            <a:chOff x="7726686" y="3223087"/>
            <a:chExt cx="1740094" cy="1817570"/>
          </a:xfrm>
        </p:grpSpPr>
        <p:grpSp>
          <p:nvGrpSpPr>
            <p:cNvPr id="198" name="Google Shape;198;p9"/>
            <p:cNvGrpSpPr/>
            <p:nvPr/>
          </p:nvGrpSpPr>
          <p:grpSpPr>
            <a:xfrm>
              <a:off x="8790410" y="3223087"/>
              <a:ext cx="676370" cy="1142272"/>
              <a:chOff x="2757910" y="1240337"/>
              <a:chExt cx="676370" cy="1142272"/>
            </a:xfrm>
          </p:grpSpPr>
          <p:sp>
            <p:nvSpPr>
              <p:cNvPr id="199" name="Google Shape;199;p9"/>
              <p:cNvSpPr/>
              <p:nvPr/>
            </p:nvSpPr>
            <p:spPr>
              <a:xfrm>
                <a:off x="2757910" y="1240337"/>
                <a:ext cx="676370" cy="870576"/>
              </a:xfrm>
              <a:custGeom>
                <a:rect b="b" l="l" r="r" t="t"/>
                <a:pathLst>
                  <a:path extrusionOk="0" h="996" w="774">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9"/>
              <p:cNvSpPr/>
              <p:nvPr/>
            </p:nvSpPr>
            <p:spPr>
              <a:xfrm>
                <a:off x="2940636" y="2078385"/>
                <a:ext cx="320487" cy="227689"/>
              </a:xfrm>
              <a:custGeom>
                <a:rect b="b" l="l" r="r" t="t"/>
                <a:pathLst>
                  <a:path extrusionOk="0" h="238" w="335">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9"/>
              <p:cNvSpPr/>
              <p:nvPr/>
            </p:nvSpPr>
            <p:spPr>
              <a:xfrm>
                <a:off x="2924372" y="1697628"/>
                <a:ext cx="322400" cy="369276"/>
              </a:xfrm>
              <a:custGeom>
                <a:rect b="b" l="l" r="r" t="t"/>
                <a:pathLst>
                  <a:path extrusionOk="0" h="422" w="369">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9"/>
              <p:cNvSpPr/>
              <p:nvPr/>
            </p:nvSpPr>
            <p:spPr>
              <a:xfrm>
                <a:off x="2942549" y="1733025"/>
                <a:ext cx="304223" cy="323357"/>
              </a:xfrm>
              <a:custGeom>
                <a:rect b="b" l="l" r="r" t="t"/>
                <a:pathLst>
                  <a:path extrusionOk="0" h="369" w="348">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9"/>
              <p:cNvSpPr/>
              <p:nvPr/>
            </p:nvSpPr>
            <p:spPr>
              <a:xfrm>
                <a:off x="2904282" y="2056382"/>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9"/>
              <p:cNvSpPr/>
              <p:nvPr/>
            </p:nvSpPr>
            <p:spPr>
              <a:xfrm>
                <a:off x="2904282" y="2118566"/>
                <a:ext cx="393194" cy="41137"/>
              </a:xfrm>
              <a:custGeom>
                <a:rect b="b" l="l" r="r" t="t"/>
                <a:pathLst>
                  <a:path extrusionOk="0" h="47" w="45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9"/>
              <p:cNvSpPr/>
              <p:nvPr/>
            </p:nvSpPr>
            <p:spPr>
              <a:xfrm>
                <a:off x="2904282" y="2181706"/>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9"/>
              <p:cNvSpPr/>
              <p:nvPr/>
            </p:nvSpPr>
            <p:spPr>
              <a:xfrm>
                <a:off x="3026737" y="2306074"/>
                <a:ext cx="148285" cy="76534"/>
              </a:xfrm>
              <a:custGeom>
                <a:rect b="b" l="l" r="r" t="t"/>
                <a:pathLst>
                  <a:path extrusionOk="0" h="87" w="17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07" name="Google Shape;207;p9"/>
            <p:cNvGrpSpPr/>
            <p:nvPr/>
          </p:nvGrpSpPr>
          <p:grpSpPr>
            <a:xfrm>
              <a:off x="7726686" y="4365344"/>
              <a:ext cx="959226" cy="675313"/>
              <a:chOff x="3622711" y="1331469"/>
              <a:chExt cx="959226" cy="675313"/>
            </a:xfrm>
          </p:grpSpPr>
          <p:sp>
            <p:nvSpPr>
              <p:cNvPr id="208" name="Google Shape;208;p9"/>
              <p:cNvSpPr/>
              <p:nvPr/>
            </p:nvSpPr>
            <p:spPr>
              <a:xfrm>
                <a:off x="3622711" y="1331469"/>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9"/>
              <p:cNvSpPr/>
              <p:nvPr/>
            </p:nvSpPr>
            <p:spPr>
              <a:xfrm>
                <a:off x="3728165" y="1367972"/>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9"/>
              <p:cNvSpPr/>
              <p:nvPr/>
            </p:nvSpPr>
            <p:spPr>
              <a:xfrm>
                <a:off x="3963408" y="1513985"/>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9"/>
              <p:cNvSpPr/>
              <p:nvPr/>
            </p:nvSpPr>
            <p:spPr>
              <a:xfrm>
                <a:off x="4083059" y="1597131"/>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9"/>
              <p:cNvSpPr/>
              <p:nvPr/>
            </p:nvSpPr>
            <p:spPr>
              <a:xfrm>
                <a:off x="4208792" y="144503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9"/>
              <p:cNvSpPr/>
              <p:nvPr/>
            </p:nvSpPr>
            <p:spPr>
              <a:xfrm>
                <a:off x="4332497" y="1516013"/>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9"/>
              <p:cNvSpPr/>
              <p:nvPr/>
            </p:nvSpPr>
            <p:spPr>
              <a:xfrm>
                <a:off x="4458231" y="1351748"/>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9"/>
              <p:cNvSpPr/>
              <p:nvPr/>
            </p:nvSpPr>
            <p:spPr>
              <a:xfrm>
                <a:off x="3709914" y="167825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9"/>
              <p:cNvSpPr/>
              <p:nvPr/>
            </p:nvSpPr>
            <p:spPr>
              <a:xfrm>
                <a:off x="3701802" y="1765453"/>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9"/>
              <p:cNvSpPr/>
              <p:nvPr/>
            </p:nvSpPr>
            <p:spPr>
              <a:xfrm>
                <a:off x="3825507" y="1694474"/>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9"/>
              <p:cNvSpPr/>
              <p:nvPr/>
            </p:nvSpPr>
            <p:spPr>
              <a:xfrm>
                <a:off x="3947185" y="1621467"/>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9"/>
              <p:cNvSpPr/>
              <p:nvPr/>
            </p:nvSpPr>
            <p:spPr>
              <a:xfrm>
                <a:off x="4072918" y="1678250"/>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9"/>
              <p:cNvSpPr/>
              <p:nvPr/>
            </p:nvSpPr>
            <p:spPr>
              <a:xfrm>
                <a:off x="4196624" y="1548460"/>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9"/>
              <p:cNvSpPr/>
              <p:nvPr/>
            </p:nvSpPr>
            <p:spPr>
              <a:xfrm>
                <a:off x="4318302" y="1609299"/>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9"/>
              <p:cNvSpPr/>
              <p:nvPr/>
            </p:nvSpPr>
            <p:spPr>
              <a:xfrm>
                <a:off x="4442007" y="1459230"/>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23" name="Google Shape;223;p9"/>
          <p:cNvGrpSpPr/>
          <p:nvPr/>
        </p:nvGrpSpPr>
        <p:grpSpPr>
          <a:xfrm>
            <a:off x="184075" y="23395"/>
            <a:ext cx="8461726" cy="4179175"/>
            <a:chOff x="184075" y="23395"/>
            <a:chExt cx="8461726" cy="4179175"/>
          </a:xfrm>
        </p:grpSpPr>
        <p:sp>
          <p:nvSpPr>
            <p:cNvPr id="224" name="Google Shape;224;p9"/>
            <p:cNvSpPr/>
            <p:nvPr/>
          </p:nvSpPr>
          <p:spPr>
            <a:xfrm>
              <a:off x="8319127" y="388017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9"/>
            <p:cNvSpPr/>
            <p:nvPr/>
          </p:nvSpPr>
          <p:spPr>
            <a:xfrm>
              <a:off x="614752" y="233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9"/>
            <p:cNvSpPr/>
            <p:nvPr/>
          </p:nvSpPr>
          <p:spPr>
            <a:xfrm>
              <a:off x="184075" y="4921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7" name="Shape 227"/>
        <p:cNvGrpSpPr/>
        <p:nvPr/>
      </p:nvGrpSpPr>
      <p:grpSpPr>
        <a:xfrm>
          <a:off x="0" y="0"/>
          <a:ext cx="0" cy="0"/>
          <a:chOff x="0" y="0"/>
          <a:chExt cx="0" cy="0"/>
        </a:xfrm>
      </p:grpSpPr>
      <p:sp>
        <p:nvSpPr>
          <p:cNvPr id="228" name="Google Shape;228;p10"/>
          <p:cNvSpPr/>
          <p:nvPr>
            <p:ph idx="2" type="pic"/>
          </p:nvPr>
        </p:nvSpPr>
        <p:spPr>
          <a:xfrm>
            <a:off x="1" y="-13725"/>
            <a:ext cx="9144000" cy="5157300"/>
          </a:xfrm>
          <a:prstGeom prst="rect">
            <a:avLst/>
          </a:prstGeom>
          <a:noFill/>
          <a:ln>
            <a:noFill/>
          </a:ln>
        </p:spPr>
      </p:sp>
      <p:sp>
        <p:nvSpPr>
          <p:cNvPr id="229" name="Google Shape;229;p10"/>
          <p:cNvSpPr txBox="1"/>
          <p:nvPr>
            <p:ph type="title"/>
          </p:nvPr>
        </p:nvSpPr>
        <p:spPr>
          <a:xfrm>
            <a:off x="997050" y="4090650"/>
            <a:ext cx="7149900" cy="572700"/>
          </a:xfrm>
          <a:prstGeom prst="rect">
            <a:avLst/>
          </a:prstGeom>
          <a:noFill/>
        </p:spPr>
        <p:txBody>
          <a:bodyPr anchorCtr="0" anchor="ctr" bIns="91425" lIns="91425" spcFirstLastPara="1" rIns="91425" wrap="square" tIns="91425">
            <a:noAutofit/>
          </a:bodyPr>
          <a:lstStyle>
            <a:lvl1pPr lvl="0" rtl="0" algn="ctr">
              <a:lnSpc>
                <a:spcPct val="115000"/>
              </a:lnSpc>
              <a:spcBef>
                <a:spcPts val="0"/>
              </a:spcBef>
              <a:spcAft>
                <a:spcPts val="0"/>
              </a:spcAft>
              <a:buSzPts val="3200"/>
              <a:buNone/>
              <a:defRPr sz="20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30" name="Shape 230"/>
        <p:cNvGrpSpPr/>
        <p:nvPr/>
      </p:nvGrpSpPr>
      <p:grpSpPr>
        <a:xfrm>
          <a:off x="0" y="0"/>
          <a:ext cx="0" cy="0"/>
          <a:chOff x="0" y="0"/>
          <a:chExt cx="0" cy="0"/>
        </a:xfrm>
      </p:grpSpPr>
      <p:grpSp>
        <p:nvGrpSpPr>
          <p:cNvPr id="231" name="Google Shape;231;p11"/>
          <p:cNvGrpSpPr/>
          <p:nvPr/>
        </p:nvGrpSpPr>
        <p:grpSpPr>
          <a:xfrm>
            <a:off x="-2029214" y="-2389503"/>
            <a:ext cx="12217127" cy="9357900"/>
            <a:chOff x="-2029214" y="-2389503"/>
            <a:chExt cx="12217127" cy="9357900"/>
          </a:xfrm>
        </p:grpSpPr>
        <p:sp>
          <p:nvSpPr>
            <p:cNvPr id="232" name="Google Shape;232;p11"/>
            <p:cNvSpPr/>
            <p:nvPr/>
          </p:nvSpPr>
          <p:spPr>
            <a:xfrm rot="7128936">
              <a:off x="-1270089" y="1442769"/>
              <a:ext cx="5631417" cy="4125872"/>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11"/>
            <p:cNvSpPr/>
            <p:nvPr/>
          </p:nvSpPr>
          <p:spPr>
            <a:xfrm rot="-8306489">
              <a:off x="6312332" y="-1616947"/>
              <a:ext cx="3381355" cy="2773073"/>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11"/>
            <p:cNvSpPr/>
            <p:nvPr/>
          </p:nvSpPr>
          <p:spPr>
            <a:xfrm rot="-2526298">
              <a:off x="-1524420" y="-1666024"/>
              <a:ext cx="3213799" cy="2742785"/>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35" name="Google Shape;235;p11"/>
          <p:cNvSpPr txBox="1"/>
          <p:nvPr>
            <p:ph hasCustomPrompt="1" type="title"/>
          </p:nvPr>
        </p:nvSpPr>
        <p:spPr>
          <a:xfrm>
            <a:off x="5302675" y="2703800"/>
            <a:ext cx="3128100" cy="1078200"/>
          </a:xfrm>
          <a:prstGeom prst="rect">
            <a:avLst/>
          </a:prstGeom>
        </p:spPr>
        <p:txBody>
          <a:bodyPr anchorCtr="0" anchor="b" bIns="91425" lIns="91425" spcFirstLastPara="1" rIns="91425" wrap="square" tIns="91425">
            <a:noAutofit/>
          </a:bodyPr>
          <a:lstStyle>
            <a:lvl1pPr lvl="0">
              <a:spcBef>
                <a:spcPts val="0"/>
              </a:spcBef>
              <a:spcAft>
                <a:spcPts val="0"/>
              </a:spcAft>
              <a:buSzPts val="9600"/>
              <a:buNone/>
              <a:defRPr sz="6000">
                <a:solidFill>
                  <a:schemeClr val="l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36" name="Google Shape;236;p11"/>
          <p:cNvSpPr txBox="1"/>
          <p:nvPr>
            <p:ph idx="1" type="subTitle"/>
          </p:nvPr>
        </p:nvSpPr>
        <p:spPr>
          <a:xfrm>
            <a:off x="5302675" y="3673475"/>
            <a:ext cx="3128100" cy="6822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237" name="Shape 23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8" name="Shape 238"/>
        <p:cNvGrpSpPr/>
        <p:nvPr/>
      </p:nvGrpSpPr>
      <p:grpSpPr>
        <a:xfrm>
          <a:off x="0" y="0"/>
          <a:ext cx="0" cy="0"/>
          <a:chOff x="0" y="0"/>
          <a:chExt cx="0" cy="0"/>
        </a:xfrm>
      </p:grpSpPr>
      <p:grpSp>
        <p:nvGrpSpPr>
          <p:cNvPr id="239" name="Google Shape;239;p13"/>
          <p:cNvGrpSpPr/>
          <p:nvPr/>
        </p:nvGrpSpPr>
        <p:grpSpPr>
          <a:xfrm>
            <a:off x="-1203996" y="-1273080"/>
            <a:ext cx="11972579" cy="8563690"/>
            <a:chOff x="-1203996" y="-1273080"/>
            <a:chExt cx="11972579" cy="8563690"/>
          </a:xfrm>
        </p:grpSpPr>
        <p:sp>
          <p:nvSpPr>
            <p:cNvPr id="240" name="Google Shape;240;p13"/>
            <p:cNvSpPr/>
            <p:nvPr/>
          </p:nvSpPr>
          <p:spPr>
            <a:xfrm rot="-6823997">
              <a:off x="7481480" y="4165470"/>
              <a:ext cx="3098928" cy="2433855"/>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13"/>
            <p:cNvSpPr/>
            <p:nvPr/>
          </p:nvSpPr>
          <p:spPr>
            <a:xfrm flipH="1" rot="-3948904">
              <a:off x="-1026291" y="-790996"/>
              <a:ext cx="2252181" cy="1847030"/>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2" name="Google Shape;24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3" name="Google Shape;243;p13"/>
          <p:cNvSpPr txBox="1"/>
          <p:nvPr>
            <p:ph idx="1" type="subTitle"/>
          </p:nvPr>
        </p:nvSpPr>
        <p:spPr>
          <a:xfrm>
            <a:off x="882150" y="2858089"/>
            <a:ext cx="2359200" cy="891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4" name="Google Shape;244;p13"/>
          <p:cNvSpPr txBox="1"/>
          <p:nvPr>
            <p:ph idx="2" type="subTitle"/>
          </p:nvPr>
        </p:nvSpPr>
        <p:spPr>
          <a:xfrm>
            <a:off x="3393754" y="2858089"/>
            <a:ext cx="2356500" cy="891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5" name="Google Shape;245;p13"/>
          <p:cNvSpPr txBox="1"/>
          <p:nvPr>
            <p:ph idx="3" type="subTitle"/>
          </p:nvPr>
        </p:nvSpPr>
        <p:spPr>
          <a:xfrm>
            <a:off x="5902646" y="2858087"/>
            <a:ext cx="2359200" cy="891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46" name="Google Shape;246;p13"/>
          <p:cNvSpPr txBox="1"/>
          <p:nvPr>
            <p:ph idx="4" type="subTitle"/>
          </p:nvPr>
        </p:nvSpPr>
        <p:spPr>
          <a:xfrm>
            <a:off x="882150" y="2124063"/>
            <a:ext cx="2359200" cy="86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247" name="Google Shape;247;p13"/>
          <p:cNvSpPr txBox="1"/>
          <p:nvPr>
            <p:ph idx="5" type="subTitle"/>
          </p:nvPr>
        </p:nvSpPr>
        <p:spPr>
          <a:xfrm>
            <a:off x="3393757" y="2124063"/>
            <a:ext cx="2359200" cy="86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248" name="Google Shape;248;p13"/>
          <p:cNvSpPr txBox="1"/>
          <p:nvPr>
            <p:ph idx="6" type="subTitle"/>
          </p:nvPr>
        </p:nvSpPr>
        <p:spPr>
          <a:xfrm>
            <a:off x="5902639" y="2124063"/>
            <a:ext cx="2359200" cy="861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grpSp>
        <p:nvGrpSpPr>
          <p:cNvPr id="249" name="Google Shape;249;p13"/>
          <p:cNvGrpSpPr/>
          <p:nvPr/>
        </p:nvGrpSpPr>
        <p:grpSpPr>
          <a:xfrm>
            <a:off x="7469359" y="4220679"/>
            <a:ext cx="1246094" cy="1192058"/>
            <a:chOff x="7469359" y="4220679"/>
            <a:chExt cx="1246094" cy="1192058"/>
          </a:xfrm>
        </p:grpSpPr>
        <p:grpSp>
          <p:nvGrpSpPr>
            <p:cNvPr id="250" name="Google Shape;250;p13"/>
            <p:cNvGrpSpPr/>
            <p:nvPr/>
          </p:nvGrpSpPr>
          <p:grpSpPr>
            <a:xfrm>
              <a:off x="8287178" y="4220679"/>
              <a:ext cx="428274" cy="605851"/>
              <a:chOff x="6000261" y="1225220"/>
              <a:chExt cx="627600" cy="887824"/>
            </a:xfrm>
          </p:grpSpPr>
          <p:sp>
            <p:nvSpPr>
              <p:cNvPr id="251" name="Google Shape;251;p13"/>
              <p:cNvSpPr/>
              <p:nvPr/>
            </p:nvSpPr>
            <p:spPr>
              <a:xfrm>
                <a:off x="6000261" y="1293145"/>
                <a:ext cx="627600" cy="819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13"/>
              <p:cNvSpPr/>
              <p:nvPr/>
            </p:nvSpPr>
            <p:spPr>
              <a:xfrm>
                <a:off x="6000261" y="1225220"/>
                <a:ext cx="627579" cy="67924"/>
              </a:xfrm>
              <a:custGeom>
                <a:rect b="b" l="l" r="r" t="t"/>
                <a:pathLst>
                  <a:path extrusionOk="0" h="78" w="718">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13"/>
              <p:cNvSpPr/>
              <p:nvPr/>
            </p:nvSpPr>
            <p:spPr>
              <a:xfrm>
                <a:off x="6029918" y="1243398"/>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13"/>
              <p:cNvSpPr/>
              <p:nvPr/>
            </p:nvSpPr>
            <p:spPr>
              <a:xfrm>
                <a:off x="6077752" y="1243398"/>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13"/>
              <p:cNvSpPr/>
              <p:nvPr/>
            </p:nvSpPr>
            <p:spPr>
              <a:xfrm>
                <a:off x="6126543" y="1243398"/>
                <a:ext cx="306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13"/>
              <p:cNvSpPr/>
              <p:nvPr/>
            </p:nvSpPr>
            <p:spPr>
              <a:xfrm>
                <a:off x="6100712" y="1671989"/>
                <a:ext cx="97500" cy="142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13"/>
              <p:cNvSpPr/>
              <p:nvPr/>
            </p:nvSpPr>
            <p:spPr>
              <a:xfrm>
                <a:off x="6248997" y="1573451"/>
                <a:ext cx="98400" cy="241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13"/>
              <p:cNvSpPr/>
              <p:nvPr/>
            </p:nvSpPr>
            <p:spPr>
              <a:xfrm>
                <a:off x="6397281" y="1484480"/>
                <a:ext cx="97500" cy="330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13"/>
              <p:cNvSpPr/>
              <p:nvPr/>
            </p:nvSpPr>
            <p:spPr>
              <a:xfrm>
                <a:off x="6135152" y="1338108"/>
                <a:ext cx="308049" cy="309007"/>
              </a:xfrm>
              <a:custGeom>
                <a:rect b="b" l="l" r="r" t="t"/>
                <a:pathLst>
                  <a:path extrusionOk="0" h="353" w="352">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13"/>
              <p:cNvSpPr/>
              <p:nvPr/>
            </p:nvSpPr>
            <p:spPr>
              <a:xfrm>
                <a:off x="6072012" y="1876717"/>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13"/>
              <p:cNvSpPr/>
              <p:nvPr/>
            </p:nvSpPr>
            <p:spPr>
              <a:xfrm>
                <a:off x="6072012" y="1929334"/>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13"/>
              <p:cNvSpPr/>
              <p:nvPr/>
            </p:nvSpPr>
            <p:spPr>
              <a:xfrm>
                <a:off x="6124629" y="1981952"/>
                <a:ext cx="3777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13"/>
              <p:cNvSpPr/>
              <p:nvPr/>
            </p:nvSpPr>
            <p:spPr>
              <a:xfrm>
                <a:off x="6192553" y="2034569"/>
                <a:ext cx="2421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64" name="Google Shape;264;p13"/>
            <p:cNvGrpSpPr/>
            <p:nvPr/>
          </p:nvGrpSpPr>
          <p:grpSpPr>
            <a:xfrm rot="-2376894">
              <a:off x="7642278" y="4631693"/>
              <a:ext cx="471966" cy="712375"/>
              <a:chOff x="2047101" y="2145599"/>
              <a:chExt cx="407553" cy="615151"/>
            </a:xfrm>
          </p:grpSpPr>
          <p:sp>
            <p:nvSpPr>
              <p:cNvPr id="265" name="Google Shape;265;p13"/>
              <p:cNvSpPr/>
              <p:nvPr/>
            </p:nvSpPr>
            <p:spPr>
              <a:xfrm>
                <a:off x="2047101" y="2145599"/>
                <a:ext cx="407553" cy="615151"/>
              </a:xfrm>
              <a:custGeom>
                <a:rect b="b" l="l" r="r" t="t"/>
                <a:pathLst>
                  <a:path extrusionOk="0" h="1325" w="879">
                    <a:moveTo>
                      <a:pt x="879" y="55"/>
                    </a:moveTo>
                    <a:cubicBezTo>
                      <a:pt x="879" y="1270"/>
                      <a:pt x="879" y="1270"/>
                      <a:pt x="879" y="1270"/>
                    </a:cubicBezTo>
                    <a:cubicBezTo>
                      <a:pt x="879" y="1300"/>
                      <a:pt x="854" y="1325"/>
                      <a:pt x="824" y="1325"/>
                    </a:cubicBezTo>
                    <a:cubicBezTo>
                      <a:pt x="55" y="1325"/>
                      <a:pt x="55" y="1325"/>
                      <a:pt x="55" y="1325"/>
                    </a:cubicBezTo>
                    <a:cubicBezTo>
                      <a:pt x="25" y="1325"/>
                      <a:pt x="0" y="1300"/>
                      <a:pt x="0" y="1270"/>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13"/>
              <p:cNvSpPr/>
              <p:nvPr/>
            </p:nvSpPr>
            <p:spPr>
              <a:xfrm>
                <a:off x="2047101" y="2145599"/>
                <a:ext cx="407553" cy="203528"/>
              </a:xfrm>
              <a:custGeom>
                <a:rect b="b" l="l" r="r" t="t"/>
                <a:pathLst>
                  <a:path extrusionOk="0" h="439" w="879">
                    <a:moveTo>
                      <a:pt x="879" y="55"/>
                    </a:moveTo>
                    <a:cubicBezTo>
                      <a:pt x="879" y="439"/>
                      <a:pt x="879" y="439"/>
                      <a:pt x="879" y="439"/>
                    </a:cubicBezTo>
                    <a:cubicBezTo>
                      <a:pt x="0" y="439"/>
                      <a:pt x="0" y="439"/>
                      <a:pt x="0" y="439"/>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13"/>
              <p:cNvSpPr/>
              <p:nvPr/>
            </p:nvSpPr>
            <p:spPr>
              <a:xfrm>
                <a:off x="2080091" y="2234928"/>
                <a:ext cx="341100" cy="864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13"/>
              <p:cNvSpPr/>
              <p:nvPr/>
            </p:nvSpPr>
            <p:spPr>
              <a:xfrm>
                <a:off x="2207483" y="2234928"/>
                <a:ext cx="194894" cy="86283"/>
              </a:xfrm>
              <a:custGeom>
                <a:rect b="b" l="l" r="r" t="t"/>
                <a:pathLst>
                  <a:path extrusionOk="0" h="170" w="384">
                    <a:moveTo>
                      <a:pt x="384" y="0"/>
                    </a:moveTo>
                    <a:lnTo>
                      <a:pt x="270" y="170"/>
                    </a:lnTo>
                    <a:lnTo>
                      <a:pt x="0" y="170"/>
                    </a:lnTo>
                    <a:lnTo>
                      <a:pt x="113" y="0"/>
                    </a:lnTo>
                    <a:lnTo>
                      <a:pt x="38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13"/>
              <p:cNvSpPr/>
              <p:nvPr/>
            </p:nvSpPr>
            <p:spPr>
              <a:xfrm>
                <a:off x="2089734" y="2234928"/>
                <a:ext cx="125869" cy="86283"/>
              </a:xfrm>
              <a:custGeom>
                <a:rect b="b" l="l" r="r" t="t"/>
                <a:pathLst>
                  <a:path extrusionOk="0" h="170" w="248">
                    <a:moveTo>
                      <a:pt x="248" y="0"/>
                    </a:moveTo>
                    <a:lnTo>
                      <a:pt x="135" y="170"/>
                    </a:lnTo>
                    <a:lnTo>
                      <a:pt x="0" y="170"/>
                    </a:lnTo>
                    <a:lnTo>
                      <a:pt x="113" y="0"/>
                    </a:lnTo>
                    <a:lnTo>
                      <a:pt x="24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13"/>
              <p:cNvSpPr/>
              <p:nvPr/>
            </p:nvSpPr>
            <p:spPr>
              <a:xfrm>
                <a:off x="2080091" y="2420691"/>
                <a:ext cx="72070" cy="49740"/>
              </a:xfrm>
              <a:custGeom>
                <a:rect b="b" l="l" r="r" t="t"/>
                <a:pathLst>
                  <a:path extrusionOk="0" h="107" w="155">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13"/>
              <p:cNvSpPr/>
              <p:nvPr/>
            </p:nvSpPr>
            <p:spPr>
              <a:xfrm>
                <a:off x="2169925" y="2420691"/>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13"/>
              <p:cNvSpPr/>
              <p:nvPr/>
            </p:nvSpPr>
            <p:spPr>
              <a:xfrm>
                <a:off x="2259252" y="2420691"/>
                <a:ext cx="72578"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13"/>
              <p:cNvSpPr/>
              <p:nvPr/>
            </p:nvSpPr>
            <p:spPr>
              <a:xfrm>
                <a:off x="2349086" y="2420691"/>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13"/>
              <p:cNvSpPr/>
              <p:nvPr/>
            </p:nvSpPr>
            <p:spPr>
              <a:xfrm>
                <a:off x="2080091" y="2486165"/>
                <a:ext cx="72070" cy="49740"/>
              </a:xfrm>
              <a:custGeom>
                <a:rect b="b" l="l" r="r" t="t"/>
                <a:pathLst>
                  <a:path extrusionOk="0" h="107" w="155">
                    <a:moveTo>
                      <a:pt x="131" y="0"/>
                    </a:moveTo>
                    <a:cubicBezTo>
                      <a:pt x="24" y="0"/>
                      <a:pt x="24" y="0"/>
                      <a:pt x="24" y="0"/>
                    </a:cubicBezTo>
                    <a:cubicBezTo>
                      <a:pt x="11" y="0"/>
                      <a:pt x="0" y="11"/>
                      <a:pt x="0" y="25"/>
                    </a:cubicBezTo>
                    <a:cubicBezTo>
                      <a:pt x="0" y="81"/>
                      <a:pt x="0" y="81"/>
                      <a:pt x="0" y="81"/>
                    </a:cubicBezTo>
                    <a:cubicBezTo>
                      <a:pt x="0" y="95"/>
                      <a:pt x="11" y="107"/>
                      <a:pt x="24" y="107"/>
                    </a:cubicBezTo>
                    <a:cubicBezTo>
                      <a:pt x="131" y="107"/>
                      <a:pt x="131" y="107"/>
                      <a:pt x="131" y="107"/>
                    </a:cubicBezTo>
                    <a:cubicBezTo>
                      <a:pt x="145" y="107"/>
                      <a:pt x="155" y="95"/>
                      <a:pt x="155" y="81"/>
                    </a:cubicBezTo>
                    <a:cubicBezTo>
                      <a:pt x="155" y="25"/>
                      <a:pt x="155" y="25"/>
                      <a:pt x="155" y="25"/>
                    </a:cubicBezTo>
                    <a:cubicBezTo>
                      <a:pt x="155"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13"/>
              <p:cNvSpPr/>
              <p:nvPr/>
            </p:nvSpPr>
            <p:spPr>
              <a:xfrm>
                <a:off x="2169925" y="2486165"/>
                <a:ext cx="72070"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13"/>
              <p:cNvSpPr/>
              <p:nvPr/>
            </p:nvSpPr>
            <p:spPr>
              <a:xfrm>
                <a:off x="2259252" y="2486165"/>
                <a:ext cx="72578"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13"/>
              <p:cNvSpPr/>
              <p:nvPr/>
            </p:nvSpPr>
            <p:spPr>
              <a:xfrm>
                <a:off x="2349086" y="2486165"/>
                <a:ext cx="72070"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13"/>
              <p:cNvSpPr/>
              <p:nvPr/>
            </p:nvSpPr>
            <p:spPr>
              <a:xfrm>
                <a:off x="2080091" y="2551131"/>
                <a:ext cx="72070" cy="49740"/>
              </a:xfrm>
              <a:custGeom>
                <a:rect b="b" l="l" r="r" t="t"/>
                <a:pathLst>
                  <a:path extrusionOk="0" h="107" w="155">
                    <a:moveTo>
                      <a:pt x="131" y="0"/>
                    </a:moveTo>
                    <a:cubicBezTo>
                      <a:pt x="24" y="0"/>
                      <a:pt x="24" y="0"/>
                      <a:pt x="24" y="0"/>
                    </a:cubicBezTo>
                    <a:cubicBezTo>
                      <a:pt x="11" y="0"/>
                      <a:pt x="0" y="11"/>
                      <a:pt x="0" y="25"/>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5"/>
                      <a:pt x="155" y="25"/>
                      <a:pt x="155" y="25"/>
                    </a:cubicBezTo>
                    <a:cubicBezTo>
                      <a:pt x="155"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13"/>
              <p:cNvSpPr/>
              <p:nvPr/>
            </p:nvSpPr>
            <p:spPr>
              <a:xfrm>
                <a:off x="2169925" y="2551131"/>
                <a:ext cx="72070"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13"/>
              <p:cNvSpPr/>
              <p:nvPr/>
            </p:nvSpPr>
            <p:spPr>
              <a:xfrm>
                <a:off x="2259252" y="2551131"/>
                <a:ext cx="72578"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13"/>
              <p:cNvSpPr/>
              <p:nvPr/>
            </p:nvSpPr>
            <p:spPr>
              <a:xfrm>
                <a:off x="2349086" y="2551131"/>
                <a:ext cx="72070"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13"/>
              <p:cNvSpPr/>
              <p:nvPr/>
            </p:nvSpPr>
            <p:spPr>
              <a:xfrm>
                <a:off x="2080091" y="2616098"/>
                <a:ext cx="72070" cy="49740"/>
              </a:xfrm>
              <a:custGeom>
                <a:rect b="b" l="l" r="r" t="t"/>
                <a:pathLst>
                  <a:path extrusionOk="0" h="107" w="155">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13"/>
              <p:cNvSpPr/>
              <p:nvPr/>
            </p:nvSpPr>
            <p:spPr>
              <a:xfrm>
                <a:off x="2169925" y="2616098"/>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13"/>
              <p:cNvSpPr/>
              <p:nvPr/>
            </p:nvSpPr>
            <p:spPr>
              <a:xfrm>
                <a:off x="2259252" y="2616098"/>
                <a:ext cx="72578"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13"/>
              <p:cNvSpPr/>
              <p:nvPr/>
            </p:nvSpPr>
            <p:spPr>
              <a:xfrm>
                <a:off x="2080091" y="2681572"/>
                <a:ext cx="72070" cy="49232"/>
              </a:xfrm>
              <a:custGeom>
                <a:rect b="b" l="l" r="r" t="t"/>
                <a:pathLst>
                  <a:path extrusionOk="0" h="106" w="155">
                    <a:moveTo>
                      <a:pt x="131" y="0"/>
                    </a:moveTo>
                    <a:cubicBezTo>
                      <a:pt x="24" y="0"/>
                      <a:pt x="24" y="0"/>
                      <a:pt x="24" y="0"/>
                    </a:cubicBezTo>
                    <a:cubicBezTo>
                      <a:pt x="11" y="0"/>
                      <a:pt x="0" y="11"/>
                      <a:pt x="0" y="25"/>
                    </a:cubicBezTo>
                    <a:cubicBezTo>
                      <a:pt x="0" y="81"/>
                      <a:pt x="0" y="81"/>
                      <a:pt x="0" y="81"/>
                    </a:cubicBezTo>
                    <a:cubicBezTo>
                      <a:pt x="0" y="95"/>
                      <a:pt x="11" y="106"/>
                      <a:pt x="24" y="106"/>
                    </a:cubicBezTo>
                    <a:cubicBezTo>
                      <a:pt x="131" y="106"/>
                      <a:pt x="131" y="106"/>
                      <a:pt x="131" y="106"/>
                    </a:cubicBezTo>
                    <a:cubicBezTo>
                      <a:pt x="145" y="106"/>
                      <a:pt x="155" y="95"/>
                      <a:pt x="155" y="81"/>
                    </a:cubicBezTo>
                    <a:cubicBezTo>
                      <a:pt x="155" y="25"/>
                      <a:pt x="155" y="25"/>
                      <a:pt x="155" y="25"/>
                    </a:cubicBezTo>
                    <a:cubicBezTo>
                      <a:pt x="155"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13"/>
              <p:cNvSpPr/>
              <p:nvPr/>
            </p:nvSpPr>
            <p:spPr>
              <a:xfrm>
                <a:off x="2169925" y="2681572"/>
                <a:ext cx="72070" cy="49232"/>
              </a:xfrm>
              <a:custGeom>
                <a:rect b="b" l="l" r="r" t="t"/>
                <a:pathLst>
                  <a:path extrusionOk="0" h="106" w="156">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13"/>
              <p:cNvSpPr/>
              <p:nvPr/>
            </p:nvSpPr>
            <p:spPr>
              <a:xfrm>
                <a:off x="2259252" y="2681572"/>
                <a:ext cx="72578" cy="49232"/>
              </a:xfrm>
              <a:custGeom>
                <a:rect b="b" l="l" r="r" t="t"/>
                <a:pathLst>
                  <a:path extrusionOk="0" h="106" w="156">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13"/>
              <p:cNvSpPr/>
              <p:nvPr/>
            </p:nvSpPr>
            <p:spPr>
              <a:xfrm>
                <a:off x="2349086" y="2616098"/>
                <a:ext cx="72070" cy="114706"/>
              </a:xfrm>
              <a:custGeom>
                <a:rect b="b" l="l" r="r" t="t"/>
                <a:pathLst>
                  <a:path extrusionOk="0" h="247" w="156">
                    <a:moveTo>
                      <a:pt x="156" y="26"/>
                    </a:moveTo>
                    <a:cubicBezTo>
                      <a:pt x="156" y="12"/>
                      <a:pt x="145" y="0"/>
                      <a:pt x="131" y="0"/>
                    </a:cubicBezTo>
                    <a:cubicBezTo>
                      <a:pt x="25" y="0"/>
                      <a:pt x="25" y="0"/>
                      <a:pt x="25" y="0"/>
                    </a:cubicBezTo>
                    <a:cubicBezTo>
                      <a:pt x="11" y="0"/>
                      <a:pt x="0" y="12"/>
                      <a:pt x="0" y="26"/>
                    </a:cubicBezTo>
                    <a:cubicBezTo>
                      <a:pt x="0" y="82"/>
                      <a:pt x="0" y="82"/>
                      <a:pt x="0" y="82"/>
                    </a:cubicBezTo>
                    <a:cubicBezTo>
                      <a:pt x="0" y="83"/>
                      <a:pt x="1" y="84"/>
                      <a:pt x="1" y="84"/>
                    </a:cubicBezTo>
                    <a:cubicBezTo>
                      <a:pt x="1" y="86"/>
                      <a:pt x="0" y="87"/>
                      <a:pt x="0" y="88"/>
                    </a:cubicBezTo>
                    <a:cubicBezTo>
                      <a:pt x="0" y="164"/>
                      <a:pt x="0" y="164"/>
                      <a:pt x="0" y="164"/>
                    </a:cubicBezTo>
                    <a:cubicBezTo>
                      <a:pt x="0" y="165"/>
                      <a:pt x="0" y="165"/>
                      <a:pt x="0" y="165"/>
                    </a:cubicBezTo>
                    <a:cubicBezTo>
                      <a:pt x="0" y="166"/>
                      <a:pt x="0" y="166"/>
                      <a:pt x="0" y="166"/>
                    </a:cubicBezTo>
                    <a:cubicBezTo>
                      <a:pt x="0" y="222"/>
                      <a:pt x="0" y="222"/>
                      <a:pt x="0" y="222"/>
                    </a:cubicBezTo>
                    <a:cubicBezTo>
                      <a:pt x="0" y="236"/>
                      <a:pt x="11" y="247"/>
                      <a:pt x="25" y="247"/>
                    </a:cubicBezTo>
                    <a:cubicBezTo>
                      <a:pt x="131" y="247"/>
                      <a:pt x="131" y="247"/>
                      <a:pt x="131" y="247"/>
                    </a:cubicBezTo>
                    <a:cubicBezTo>
                      <a:pt x="145" y="247"/>
                      <a:pt x="156" y="236"/>
                      <a:pt x="156" y="222"/>
                    </a:cubicBezTo>
                    <a:cubicBezTo>
                      <a:pt x="156" y="166"/>
                      <a:pt x="156" y="166"/>
                      <a:pt x="156" y="166"/>
                    </a:cubicBezTo>
                    <a:cubicBezTo>
                      <a:pt x="156" y="165"/>
                      <a:pt x="156" y="165"/>
                      <a:pt x="156" y="165"/>
                    </a:cubicBezTo>
                    <a:cubicBezTo>
                      <a:pt x="156" y="164"/>
                      <a:pt x="156" y="164"/>
                      <a:pt x="156" y="164"/>
                    </a:cubicBezTo>
                    <a:cubicBezTo>
                      <a:pt x="156" y="88"/>
                      <a:pt x="156" y="88"/>
                      <a:pt x="156" y="88"/>
                    </a:cubicBezTo>
                    <a:cubicBezTo>
                      <a:pt x="156" y="87"/>
                      <a:pt x="156" y="86"/>
                      <a:pt x="156" y="84"/>
                    </a:cubicBezTo>
                    <a:cubicBezTo>
                      <a:pt x="156" y="84"/>
                      <a:pt x="156" y="83"/>
                      <a:pt x="156" y="82"/>
                    </a:cubicBezTo>
                    <a:lnTo>
                      <a:pt x="156" y="2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13"/>
              <p:cNvSpPr/>
              <p:nvPr/>
            </p:nvSpPr>
            <p:spPr>
              <a:xfrm>
                <a:off x="2080091" y="2368413"/>
                <a:ext cx="65473" cy="34513"/>
              </a:xfrm>
              <a:custGeom>
                <a:rect b="b" l="l" r="r" t="t"/>
                <a:pathLst>
                  <a:path extrusionOk="0" h="74" w="141">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13"/>
              <p:cNvSpPr/>
              <p:nvPr/>
            </p:nvSpPr>
            <p:spPr>
              <a:xfrm>
                <a:off x="2355684" y="2368413"/>
                <a:ext cx="65473" cy="34513"/>
              </a:xfrm>
              <a:custGeom>
                <a:rect b="b" l="l" r="r" t="t"/>
                <a:pathLst>
                  <a:path extrusionOk="0" h="74" w="141">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13"/>
              <p:cNvSpPr/>
              <p:nvPr/>
            </p:nvSpPr>
            <p:spPr>
              <a:xfrm>
                <a:off x="2163327" y="2368413"/>
                <a:ext cx="49231"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13"/>
              <p:cNvSpPr/>
              <p:nvPr/>
            </p:nvSpPr>
            <p:spPr>
              <a:xfrm>
                <a:off x="2226262" y="2368413"/>
                <a:ext cx="49231"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13"/>
              <p:cNvSpPr/>
              <p:nvPr/>
            </p:nvSpPr>
            <p:spPr>
              <a:xfrm>
                <a:off x="2289704" y="2368413"/>
                <a:ext cx="48724"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13"/>
              <p:cNvSpPr/>
              <p:nvPr/>
            </p:nvSpPr>
            <p:spPr>
              <a:xfrm>
                <a:off x="2080091" y="2179097"/>
                <a:ext cx="121302" cy="26900"/>
              </a:xfrm>
              <a:custGeom>
                <a:rect b="b" l="l" r="r" t="t"/>
                <a:pathLst>
                  <a:path extrusionOk="0" h="58" w="261">
                    <a:moveTo>
                      <a:pt x="232" y="0"/>
                    </a:moveTo>
                    <a:cubicBezTo>
                      <a:pt x="29" y="0"/>
                      <a:pt x="29" y="0"/>
                      <a:pt x="29" y="0"/>
                    </a:cubicBezTo>
                    <a:cubicBezTo>
                      <a:pt x="13" y="0"/>
                      <a:pt x="0" y="13"/>
                      <a:pt x="0" y="29"/>
                    </a:cubicBezTo>
                    <a:cubicBezTo>
                      <a:pt x="0" y="45"/>
                      <a:pt x="13" y="58"/>
                      <a:pt x="29" y="58"/>
                    </a:cubicBezTo>
                    <a:cubicBezTo>
                      <a:pt x="232" y="58"/>
                      <a:pt x="232" y="58"/>
                      <a:pt x="232" y="58"/>
                    </a:cubicBezTo>
                    <a:cubicBezTo>
                      <a:pt x="248" y="58"/>
                      <a:pt x="261" y="45"/>
                      <a:pt x="261" y="29"/>
                    </a:cubicBezTo>
                    <a:cubicBezTo>
                      <a:pt x="261" y="13"/>
                      <a:pt x="248" y="0"/>
                      <a:pt x="232"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295" name="Google Shape;295;p13"/>
          <p:cNvGrpSpPr/>
          <p:nvPr/>
        </p:nvGrpSpPr>
        <p:grpSpPr>
          <a:xfrm>
            <a:off x="161952" y="170375"/>
            <a:ext cx="8831737" cy="3874120"/>
            <a:chOff x="161952" y="170375"/>
            <a:chExt cx="8831737" cy="3874120"/>
          </a:xfrm>
        </p:grpSpPr>
        <p:sp>
          <p:nvSpPr>
            <p:cNvPr id="296" name="Google Shape;296;p13"/>
            <p:cNvSpPr/>
            <p:nvPr/>
          </p:nvSpPr>
          <p:spPr>
            <a:xfrm>
              <a:off x="8667014" y="37220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13"/>
            <p:cNvSpPr/>
            <p:nvPr/>
          </p:nvSpPr>
          <p:spPr>
            <a:xfrm>
              <a:off x="161952" y="77592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13"/>
            <p:cNvSpPr/>
            <p:nvPr/>
          </p:nvSpPr>
          <p:spPr>
            <a:xfrm>
              <a:off x="396450" y="170375"/>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99" name="Shape 299"/>
        <p:cNvGrpSpPr/>
        <p:nvPr/>
      </p:nvGrpSpPr>
      <p:grpSpPr>
        <a:xfrm>
          <a:off x="0" y="0"/>
          <a:ext cx="0" cy="0"/>
          <a:chOff x="0" y="0"/>
          <a:chExt cx="0" cy="0"/>
        </a:xfrm>
      </p:grpSpPr>
      <p:sp>
        <p:nvSpPr>
          <p:cNvPr id="300" name="Google Shape;300;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01" name="Google Shape;301;p14"/>
          <p:cNvSpPr txBox="1"/>
          <p:nvPr>
            <p:ph idx="1" type="subTitle"/>
          </p:nvPr>
        </p:nvSpPr>
        <p:spPr>
          <a:xfrm>
            <a:off x="1524375" y="2060193"/>
            <a:ext cx="2958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2" name="Google Shape;302;p14"/>
          <p:cNvSpPr txBox="1"/>
          <p:nvPr>
            <p:ph idx="2" type="subTitle"/>
          </p:nvPr>
        </p:nvSpPr>
        <p:spPr>
          <a:xfrm>
            <a:off x="5419075" y="2060193"/>
            <a:ext cx="2958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3" name="Google Shape;303;p14"/>
          <p:cNvSpPr txBox="1"/>
          <p:nvPr>
            <p:ph idx="3" type="subTitle"/>
          </p:nvPr>
        </p:nvSpPr>
        <p:spPr>
          <a:xfrm>
            <a:off x="1524375" y="3717175"/>
            <a:ext cx="2958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4" name="Google Shape;304;p14"/>
          <p:cNvSpPr txBox="1"/>
          <p:nvPr>
            <p:ph idx="4" type="subTitle"/>
          </p:nvPr>
        </p:nvSpPr>
        <p:spPr>
          <a:xfrm>
            <a:off x="5419075" y="3717175"/>
            <a:ext cx="2958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5" name="Google Shape;305;p14"/>
          <p:cNvSpPr txBox="1"/>
          <p:nvPr>
            <p:ph hasCustomPrompt="1" idx="5" type="title"/>
          </p:nvPr>
        </p:nvSpPr>
        <p:spPr>
          <a:xfrm>
            <a:off x="859275" y="1424275"/>
            <a:ext cx="6675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6" name="Google Shape;306;p14"/>
          <p:cNvSpPr txBox="1"/>
          <p:nvPr>
            <p:ph hasCustomPrompt="1" idx="6" type="title"/>
          </p:nvPr>
        </p:nvSpPr>
        <p:spPr>
          <a:xfrm>
            <a:off x="859275" y="3080674"/>
            <a:ext cx="6675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7" name="Google Shape;307;p14"/>
          <p:cNvSpPr txBox="1"/>
          <p:nvPr>
            <p:ph hasCustomPrompt="1" idx="7" type="title"/>
          </p:nvPr>
        </p:nvSpPr>
        <p:spPr>
          <a:xfrm>
            <a:off x="4753977" y="1424275"/>
            <a:ext cx="665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8" name="Google Shape;308;p14"/>
          <p:cNvSpPr txBox="1"/>
          <p:nvPr>
            <p:ph hasCustomPrompt="1" idx="8" type="title"/>
          </p:nvPr>
        </p:nvSpPr>
        <p:spPr>
          <a:xfrm>
            <a:off x="4753977" y="3080674"/>
            <a:ext cx="665100" cy="447600"/>
          </a:xfrm>
          <a:prstGeom prst="rect">
            <a:avLst/>
          </a:prstGeom>
          <a:noFill/>
        </p:spPr>
        <p:txBody>
          <a:bodyPr anchorCtr="0" anchor="b"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309" name="Google Shape;309;p14"/>
          <p:cNvSpPr txBox="1"/>
          <p:nvPr>
            <p:ph idx="9" type="subTitle"/>
          </p:nvPr>
        </p:nvSpPr>
        <p:spPr>
          <a:xfrm>
            <a:off x="1524375" y="1426525"/>
            <a:ext cx="29580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10" name="Google Shape;310;p14"/>
          <p:cNvSpPr txBox="1"/>
          <p:nvPr>
            <p:ph idx="13" type="subTitle"/>
          </p:nvPr>
        </p:nvSpPr>
        <p:spPr>
          <a:xfrm>
            <a:off x="5419075" y="1426525"/>
            <a:ext cx="29580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11" name="Google Shape;311;p14"/>
          <p:cNvSpPr txBox="1"/>
          <p:nvPr>
            <p:ph idx="14" type="subTitle"/>
          </p:nvPr>
        </p:nvSpPr>
        <p:spPr>
          <a:xfrm>
            <a:off x="1524375" y="3082997"/>
            <a:ext cx="29580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12" name="Google Shape;312;p14"/>
          <p:cNvSpPr txBox="1"/>
          <p:nvPr>
            <p:ph idx="15" type="subTitle"/>
          </p:nvPr>
        </p:nvSpPr>
        <p:spPr>
          <a:xfrm>
            <a:off x="5419075" y="3082997"/>
            <a:ext cx="2958000" cy="7569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grpSp>
        <p:nvGrpSpPr>
          <p:cNvPr id="313" name="Google Shape;313;p14"/>
          <p:cNvGrpSpPr/>
          <p:nvPr/>
        </p:nvGrpSpPr>
        <p:grpSpPr>
          <a:xfrm>
            <a:off x="-1037742" y="-2235586"/>
            <a:ext cx="11304662" cy="8284665"/>
            <a:chOff x="-1037742" y="-2235586"/>
            <a:chExt cx="11304662" cy="8284665"/>
          </a:xfrm>
        </p:grpSpPr>
        <p:sp>
          <p:nvSpPr>
            <p:cNvPr id="314" name="Google Shape;314;p14"/>
            <p:cNvSpPr/>
            <p:nvPr/>
          </p:nvSpPr>
          <p:spPr>
            <a:xfrm rot="-9487761">
              <a:off x="6826194" y="-1745977"/>
              <a:ext cx="3098926" cy="2433851"/>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14"/>
            <p:cNvSpPr/>
            <p:nvPr/>
          </p:nvSpPr>
          <p:spPr>
            <a:xfrm flipH="1" rot="-9880295">
              <a:off x="-833926" y="3939881"/>
              <a:ext cx="2249342" cy="1844701"/>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16" name="Google Shape;316;p14"/>
          <p:cNvGrpSpPr/>
          <p:nvPr/>
        </p:nvGrpSpPr>
        <p:grpSpPr>
          <a:xfrm>
            <a:off x="-49429" y="3983121"/>
            <a:ext cx="1527509" cy="1332112"/>
            <a:chOff x="-49429" y="3983121"/>
            <a:chExt cx="1527509" cy="1332112"/>
          </a:xfrm>
        </p:grpSpPr>
        <p:grpSp>
          <p:nvGrpSpPr>
            <p:cNvPr id="317" name="Google Shape;317;p14"/>
            <p:cNvGrpSpPr/>
            <p:nvPr/>
          </p:nvGrpSpPr>
          <p:grpSpPr>
            <a:xfrm>
              <a:off x="840880" y="4718150"/>
              <a:ext cx="637200" cy="597084"/>
              <a:chOff x="1932280" y="1331475"/>
              <a:chExt cx="637200" cy="597084"/>
            </a:xfrm>
          </p:grpSpPr>
          <p:sp>
            <p:nvSpPr>
              <p:cNvPr id="318" name="Google Shape;318;p14"/>
              <p:cNvSpPr/>
              <p:nvPr/>
            </p:nvSpPr>
            <p:spPr>
              <a:xfrm>
                <a:off x="1932280" y="1393658"/>
                <a:ext cx="637200" cy="5349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14"/>
              <p:cNvSpPr/>
              <p:nvPr/>
            </p:nvSpPr>
            <p:spPr>
              <a:xfrm>
                <a:off x="2033687" y="1869127"/>
                <a:ext cx="99300" cy="16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14"/>
              <p:cNvSpPr/>
              <p:nvPr/>
            </p:nvSpPr>
            <p:spPr>
              <a:xfrm>
                <a:off x="1977243" y="1857647"/>
                <a:ext cx="38400" cy="39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14"/>
              <p:cNvSpPr/>
              <p:nvPr/>
            </p:nvSpPr>
            <p:spPr>
              <a:xfrm>
                <a:off x="2432621" y="1869127"/>
                <a:ext cx="100500" cy="16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14"/>
              <p:cNvSpPr/>
              <p:nvPr/>
            </p:nvSpPr>
            <p:spPr>
              <a:xfrm>
                <a:off x="2377133" y="1857647"/>
                <a:ext cx="39300" cy="393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14"/>
              <p:cNvSpPr/>
              <p:nvPr/>
            </p:nvSpPr>
            <p:spPr>
              <a:xfrm>
                <a:off x="1932280" y="1331475"/>
                <a:ext cx="637146" cy="62184"/>
              </a:xfrm>
              <a:custGeom>
                <a:rect b="b" l="l" r="r" t="t"/>
                <a:pathLst>
                  <a:path extrusionOk="0" h="71" w="729">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14"/>
              <p:cNvSpPr/>
              <p:nvPr/>
            </p:nvSpPr>
            <p:spPr>
              <a:xfrm>
                <a:off x="1959067" y="1348695"/>
                <a:ext cx="288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4"/>
              <p:cNvSpPr/>
              <p:nvPr/>
            </p:nvSpPr>
            <p:spPr>
              <a:xfrm>
                <a:off x="2003074" y="1348695"/>
                <a:ext cx="288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14"/>
              <p:cNvSpPr/>
              <p:nvPr/>
            </p:nvSpPr>
            <p:spPr>
              <a:xfrm>
                <a:off x="2047081" y="1348695"/>
                <a:ext cx="297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14"/>
              <p:cNvSpPr/>
              <p:nvPr/>
            </p:nvSpPr>
            <p:spPr>
              <a:xfrm>
                <a:off x="2045167" y="1431925"/>
                <a:ext cx="411300" cy="4113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14"/>
              <p:cNvSpPr/>
              <p:nvPr/>
            </p:nvSpPr>
            <p:spPr>
              <a:xfrm>
                <a:off x="2115004" y="1502719"/>
                <a:ext cx="264042" cy="264042"/>
              </a:xfrm>
              <a:custGeom>
                <a:rect b="b" l="l" r="r" t="t"/>
                <a:pathLst>
                  <a:path extrusionOk="0" h="301" w="302">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14"/>
              <p:cNvSpPr/>
              <p:nvPr/>
            </p:nvSpPr>
            <p:spPr>
              <a:xfrm>
                <a:off x="2093958" y="1495066"/>
                <a:ext cx="130108" cy="123412"/>
              </a:xfrm>
              <a:custGeom>
                <a:rect b="b" l="l" r="r" t="t"/>
                <a:pathLst>
                  <a:path extrusionOk="0" h="141" w="149">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30" name="Google Shape;330;p14"/>
            <p:cNvGrpSpPr/>
            <p:nvPr/>
          </p:nvGrpSpPr>
          <p:grpSpPr>
            <a:xfrm>
              <a:off x="-49429" y="3983121"/>
              <a:ext cx="588491" cy="951052"/>
              <a:chOff x="1062996" y="1340396"/>
              <a:chExt cx="588491" cy="951052"/>
            </a:xfrm>
          </p:grpSpPr>
          <p:sp>
            <p:nvSpPr>
              <p:cNvPr id="331" name="Google Shape;331;p14"/>
              <p:cNvSpPr/>
              <p:nvPr/>
            </p:nvSpPr>
            <p:spPr>
              <a:xfrm flipH="1">
                <a:off x="1127696" y="1466525"/>
                <a:ext cx="521965" cy="813973"/>
              </a:xfrm>
              <a:custGeom>
                <a:rect b="b" l="l" r="r" t="t"/>
                <a:pathLst>
                  <a:path extrusionOk="0" h="487" w="313">
                    <a:moveTo>
                      <a:pt x="115" y="395"/>
                    </a:moveTo>
                    <a:cubicBezTo>
                      <a:pt x="111" y="399"/>
                      <a:pt x="109" y="403"/>
                      <a:pt x="106" y="406"/>
                    </a:cubicBezTo>
                    <a:cubicBezTo>
                      <a:pt x="79" y="435"/>
                      <a:pt x="34" y="470"/>
                      <a:pt x="11" y="487"/>
                    </a:cubicBezTo>
                    <a:cubicBezTo>
                      <a:pt x="8" y="485"/>
                      <a:pt x="4" y="483"/>
                      <a:pt x="0" y="480"/>
                    </a:cubicBezTo>
                    <a:cubicBezTo>
                      <a:pt x="5" y="452"/>
                      <a:pt x="16" y="396"/>
                      <a:pt x="29" y="359"/>
                    </a:cubicBezTo>
                    <a:cubicBezTo>
                      <a:pt x="31" y="356"/>
                      <a:pt x="32" y="351"/>
                      <a:pt x="35" y="346"/>
                    </a:cubicBezTo>
                    <a:cubicBezTo>
                      <a:pt x="71" y="277"/>
                      <a:pt x="234" y="51"/>
                      <a:pt x="266" y="6"/>
                    </a:cubicBezTo>
                    <a:cubicBezTo>
                      <a:pt x="269" y="2"/>
                      <a:pt x="273" y="0"/>
                      <a:pt x="276" y="2"/>
                    </a:cubicBezTo>
                    <a:cubicBezTo>
                      <a:pt x="310" y="23"/>
                      <a:pt x="310" y="23"/>
                      <a:pt x="310" y="23"/>
                    </a:cubicBezTo>
                    <a:cubicBezTo>
                      <a:pt x="313" y="24"/>
                      <a:pt x="313" y="29"/>
                      <a:pt x="311" y="34"/>
                    </a:cubicBezTo>
                    <a:cubicBezTo>
                      <a:pt x="286" y="82"/>
                      <a:pt x="159" y="331"/>
                      <a:pt x="115" y="39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14"/>
              <p:cNvSpPr/>
              <p:nvPr/>
            </p:nvSpPr>
            <p:spPr>
              <a:xfrm flipH="1">
                <a:off x="1458031" y="2045067"/>
                <a:ext cx="191631" cy="235432"/>
              </a:xfrm>
              <a:custGeom>
                <a:rect b="b" l="l" r="r" t="t"/>
                <a:pathLst>
                  <a:path extrusionOk="0" h="141" w="115">
                    <a:moveTo>
                      <a:pt x="115" y="49"/>
                    </a:moveTo>
                    <a:cubicBezTo>
                      <a:pt x="111" y="53"/>
                      <a:pt x="109" y="57"/>
                      <a:pt x="106" y="60"/>
                    </a:cubicBezTo>
                    <a:cubicBezTo>
                      <a:pt x="79" y="89"/>
                      <a:pt x="34" y="124"/>
                      <a:pt x="11" y="141"/>
                    </a:cubicBezTo>
                    <a:cubicBezTo>
                      <a:pt x="8" y="139"/>
                      <a:pt x="4" y="137"/>
                      <a:pt x="0" y="134"/>
                    </a:cubicBezTo>
                    <a:cubicBezTo>
                      <a:pt x="5" y="106"/>
                      <a:pt x="16" y="50"/>
                      <a:pt x="29" y="13"/>
                    </a:cubicBezTo>
                    <a:cubicBezTo>
                      <a:pt x="31" y="10"/>
                      <a:pt x="32" y="5"/>
                      <a:pt x="35" y="0"/>
                    </a:cubicBezTo>
                    <a:lnTo>
                      <a:pt x="115" y="49"/>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14"/>
              <p:cNvSpPr/>
              <p:nvPr/>
            </p:nvSpPr>
            <p:spPr>
              <a:xfrm flipH="1">
                <a:off x="1622286" y="2258597"/>
                <a:ext cx="29201" cy="32851"/>
              </a:xfrm>
              <a:custGeom>
                <a:rect b="b" l="l" r="r" t="t"/>
                <a:pathLst>
                  <a:path extrusionOk="0" h="20" w="18">
                    <a:moveTo>
                      <a:pt x="2" y="0"/>
                    </a:moveTo>
                    <a:cubicBezTo>
                      <a:pt x="0" y="13"/>
                      <a:pt x="0" y="13"/>
                      <a:pt x="0" y="13"/>
                    </a:cubicBezTo>
                    <a:cubicBezTo>
                      <a:pt x="0" y="17"/>
                      <a:pt x="4" y="20"/>
                      <a:pt x="8" y="17"/>
                    </a:cubicBezTo>
                    <a:cubicBezTo>
                      <a:pt x="18" y="10"/>
                      <a:pt x="18" y="10"/>
                      <a:pt x="18" y="10"/>
                    </a:cubicBezTo>
                    <a:lnTo>
                      <a:pt x="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14"/>
              <p:cNvSpPr/>
              <p:nvPr/>
            </p:nvSpPr>
            <p:spPr>
              <a:xfrm flipH="1">
                <a:off x="1062996" y="1340396"/>
                <a:ext cx="98553" cy="107679"/>
              </a:xfrm>
              <a:custGeom>
                <a:rect b="b" l="l" r="r" t="t"/>
                <a:pathLst>
                  <a:path extrusionOk="0" h="64" w="59">
                    <a:moveTo>
                      <a:pt x="47" y="5"/>
                    </a:moveTo>
                    <a:cubicBezTo>
                      <a:pt x="47" y="5"/>
                      <a:pt x="47" y="5"/>
                      <a:pt x="47" y="5"/>
                    </a:cubicBezTo>
                    <a:cubicBezTo>
                      <a:pt x="37" y="0"/>
                      <a:pt x="26" y="3"/>
                      <a:pt x="20" y="12"/>
                    </a:cubicBezTo>
                    <a:cubicBezTo>
                      <a:pt x="0" y="44"/>
                      <a:pt x="0" y="44"/>
                      <a:pt x="0" y="44"/>
                    </a:cubicBezTo>
                    <a:cubicBezTo>
                      <a:pt x="33" y="64"/>
                      <a:pt x="33" y="64"/>
                      <a:pt x="33" y="64"/>
                    </a:cubicBezTo>
                    <a:cubicBezTo>
                      <a:pt x="53" y="32"/>
                      <a:pt x="53" y="32"/>
                      <a:pt x="53" y="32"/>
                    </a:cubicBezTo>
                    <a:cubicBezTo>
                      <a:pt x="59" y="23"/>
                      <a:pt x="56" y="11"/>
                      <a:pt x="47"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14"/>
              <p:cNvSpPr/>
              <p:nvPr/>
            </p:nvSpPr>
            <p:spPr>
              <a:xfrm flipH="1">
                <a:off x="1071120" y="1472001"/>
                <a:ext cx="155130" cy="366836"/>
              </a:xfrm>
              <a:custGeom>
                <a:rect b="b" l="l" r="r" t="t"/>
                <a:pathLst>
                  <a:path extrusionOk="0" h="220" w="93">
                    <a:moveTo>
                      <a:pt x="0" y="216"/>
                    </a:moveTo>
                    <a:cubicBezTo>
                      <a:pt x="76" y="34"/>
                      <a:pt x="76" y="34"/>
                      <a:pt x="76" y="34"/>
                    </a:cubicBezTo>
                    <a:cubicBezTo>
                      <a:pt x="77" y="32"/>
                      <a:pt x="76" y="31"/>
                      <a:pt x="75" y="30"/>
                    </a:cubicBezTo>
                    <a:cubicBezTo>
                      <a:pt x="46" y="12"/>
                      <a:pt x="46" y="12"/>
                      <a:pt x="46" y="12"/>
                    </a:cubicBezTo>
                    <a:cubicBezTo>
                      <a:pt x="54" y="0"/>
                      <a:pt x="54" y="0"/>
                      <a:pt x="54" y="0"/>
                    </a:cubicBezTo>
                    <a:cubicBezTo>
                      <a:pt x="83" y="17"/>
                      <a:pt x="83" y="17"/>
                      <a:pt x="83" y="17"/>
                    </a:cubicBezTo>
                    <a:cubicBezTo>
                      <a:pt x="90" y="22"/>
                      <a:pt x="93" y="31"/>
                      <a:pt x="90" y="40"/>
                    </a:cubicBezTo>
                    <a:cubicBezTo>
                      <a:pt x="90" y="40"/>
                      <a:pt x="29" y="185"/>
                      <a:pt x="22" y="203"/>
                    </a:cubicBezTo>
                    <a:cubicBezTo>
                      <a:pt x="15" y="220"/>
                      <a:pt x="0" y="216"/>
                      <a:pt x="0" y="2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14"/>
              <p:cNvSpPr/>
              <p:nvPr/>
            </p:nvSpPr>
            <p:spPr>
              <a:xfrm flipH="1">
                <a:off x="1089372" y="1408123"/>
                <a:ext cx="142354" cy="118629"/>
              </a:xfrm>
              <a:custGeom>
                <a:rect b="b" l="l" r="r" t="t"/>
                <a:pathLst>
                  <a:path extrusionOk="0" h="71" w="85">
                    <a:moveTo>
                      <a:pt x="83" y="39"/>
                    </a:moveTo>
                    <a:cubicBezTo>
                      <a:pt x="21" y="2"/>
                      <a:pt x="21" y="2"/>
                      <a:pt x="21" y="2"/>
                    </a:cubicBezTo>
                    <a:cubicBezTo>
                      <a:pt x="19" y="0"/>
                      <a:pt x="16" y="2"/>
                      <a:pt x="14" y="4"/>
                    </a:cubicBezTo>
                    <a:cubicBezTo>
                      <a:pt x="2" y="25"/>
                      <a:pt x="2" y="25"/>
                      <a:pt x="2" y="25"/>
                    </a:cubicBezTo>
                    <a:cubicBezTo>
                      <a:pt x="0" y="28"/>
                      <a:pt x="0" y="31"/>
                      <a:pt x="2" y="32"/>
                    </a:cubicBezTo>
                    <a:cubicBezTo>
                      <a:pt x="64" y="70"/>
                      <a:pt x="64" y="70"/>
                      <a:pt x="64" y="70"/>
                    </a:cubicBezTo>
                    <a:cubicBezTo>
                      <a:pt x="67" y="71"/>
                      <a:pt x="70" y="70"/>
                      <a:pt x="71" y="67"/>
                    </a:cubicBezTo>
                    <a:cubicBezTo>
                      <a:pt x="84" y="47"/>
                      <a:pt x="84" y="47"/>
                      <a:pt x="84" y="47"/>
                    </a:cubicBezTo>
                    <a:cubicBezTo>
                      <a:pt x="85" y="44"/>
                      <a:pt x="85" y="41"/>
                      <a:pt x="83" y="3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37" name="Google Shape;337;p14"/>
          <p:cNvGrpSpPr/>
          <p:nvPr/>
        </p:nvGrpSpPr>
        <p:grpSpPr>
          <a:xfrm>
            <a:off x="393327" y="100000"/>
            <a:ext cx="8498675" cy="4378045"/>
            <a:chOff x="393327" y="100000"/>
            <a:chExt cx="8498675" cy="4378045"/>
          </a:xfrm>
        </p:grpSpPr>
        <p:sp>
          <p:nvSpPr>
            <p:cNvPr id="338" name="Google Shape;338;p14"/>
            <p:cNvSpPr/>
            <p:nvPr/>
          </p:nvSpPr>
          <p:spPr>
            <a:xfrm>
              <a:off x="393327" y="415564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14"/>
            <p:cNvSpPr/>
            <p:nvPr/>
          </p:nvSpPr>
          <p:spPr>
            <a:xfrm>
              <a:off x="8565327" y="3782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14"/>
            <p:cNvSpPr/>
            <p:nvPr/>
          </p:nvSpPr>
          <p:spPr>
            <a:xfrm>
              <a:off x="8246200" y="10000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41" name="Shape 341"/>
        <p:cNvGrpSpPr/>
        <p:nvPr/>
      </p:nvGrpSpPr>
      <p:grpSpPr>
        <a:xfrm>
          <a:off x="0" y="0"/>
          <a:ext cx="0" cy="0"/>
          <a:chOff x="0" y="0"/>
          <a:chExt cx="0" cy="0"/>
        </a:xfrm>
      </p:grpSpPr>
      <p:sp>
        <p:nvSpPr>
          <p:cNvPr id="342" name="Google Shape;342;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43" name="Google Shape;343;p15"/>
          <p:cNvSpPr txBox="1"/>
          <p:nvPr>
            <p:ph idx="1" type="subTitle"/>
          </p:nvPr>
        </p:nvSpPr>
        <p:spPr>
          <a:xfrm>
            <a:off x="772413" y="1931324"/>
            <a:ext cx="25329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4" name="Google Shape;344;p15"/>
          <p:cNvSpPr txBox="1"/>
          <p:nvPr>
            <p:ph idx="2" type="subTitle"/>
          </p:nvPr>
        </p:nvSpPr>
        <p:spPr>
          <a:xfrm>
            <a:off x="3304713" y="1931324"/>
            <a:ext cx="25329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5" name="Google Shape;345;p15"/>
          <p:cNvSpPr txBox="1"/>
          <p:nvPr>
            <p:ph idx="3" type="subTitle"/>
          </p:nvPr>
        </p:nvSpPr>
        <p:spPr>
          <a:xfrm>
            <a:off x="772413" y="3641600"/>
            <a:ext cx="25323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6" name="Google Shape;346;p15"/>
          <p:cNvSpPr txBox="1"/>
          <p:nvPr>
            <p:ph idx="4" type="subTitle"/>
          </p:nvPr>
        </p:nvSpPr>
        <p:spPr>
          <a:xfrm>
            <a:off x="3304713" y="3641600"/>
            <a:ext cx="25329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7" name="Google Shape;347;p15"/>
          <p:cNvSpPr txBox="1"/>
          <p:nvPr>
            <p:ph idx="5" type="subTitle"/>
          </p:nvPr>
        </p:nvSpPr>
        <p:spPr>
          <a:xfrm>
            <a:off x="5837613" y="1931325"/>
            <a:ext cx="25329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8" name="Google Shape;348;p15"/>
          <p:cNvSpPr txBox="1"/>
          <p:nvPr>
            <p:ph idx="6" type="subTitle"/>
          </p:nvPr>
        </p:nvSpPr>
        <p:spPr>
          <a:xfrm>
            <a:off x="5837613" y="3641600"/>
            <a:ext cx="2532900" cy="8100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49" name="Google Shape;349;p15"/>
          <p:cNvSpPr txBox="1"/>
          <p:nvPr>
            <p:ph idx="7" type="subTitle"/>
          </p:nvPr>
        </p:nvSpPr>
        <p:spPr>
          <a:xfrm>
            <a:off x="773528" y="1248100"/>
            <a:ext cx="25329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50" name="Google Shape;350;p15"/>
          <p:cNvSpPr txBox="1"/>
          <p:nvPr>
            <p:ph idx="8" type="subTitle"/>
          </p:nvPr>
        </p:nvSpPr>
        <p:spPr>
          <a:xfrm>
            <a:off x="3305788" y="1248100"/>
            <a:ext cx="25329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51" name="Google Shape;351;p15"/>
          <p:cNvSpPr txBox="1"/>
          <p:nvPr>
            <p:ph idx="9" type="subTitle"/>
          </p:nvPr>
        </p:nvSpPr>
        <p:spPr>
          <a:xfrm>
            <a:off x="5838688" y="1248100"/>
            <a:ext cx="2532900" cy="8100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52" name="Google Shape;352;p15"/>
          <p:cNvSpPr txBox="1"/>
          <p:nvPr>
            <p:ph idx="13" type="subTitle"/>
          </p:nvPr>
        </p:nvSpPr>
        <p:spPr>
          <a:xfrm>
            <a:off x="773528" y="3021152"/>
            <a:ext cx="2532900" cy="742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53" name="Google Shape;353;p15"/>
          <p:cNvSpPr txBox="1"/>
          <p:nvPr>
            <p:ph idx="14" type="subTitle"/>
          </p:nvPr>
        </p:nvSpPr>
        <p:spPr>
          <a:xfrm>
            <a:off x="3305788" y="3021152"/>
            <a:ext cx="2532900" cy="742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sp>
        <p:nvSpPr>
          <p:cNvPr id="354" name="Google Shape;354;p15"/>
          <p:cNvSpPr txBox="1"/>
          <p:nvPr>
            <p:ph idx="15" type="subTitle"/>
          </p:nvPr>
        </p:nvSpPr>
        <p:spPr>
          <a:xfrm>
            <a:off x="5838688" y="3021152"/>
            <a:ext cx="2532900" cy="742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Baloo 2 ExtraBold"/>
              <a:buNone/>
              <a:defRPr sz="2100">
                <a:solidFill>
                  <a:schemeClr val="dk1"/>
                </a:solidFill>
                <a:latin typeface="Baloo 2 ExtraBold"/>
                <a:ea typeface="Baloo 2 ExtraBold"/>
                <a:cs typeface="Baloo 2 ExtraBold"/>
                <a:sym typeface="Baloo 2 ExtraBold"/>
              </a:defRPr>
            </a:lvl1pPr>
            <a:lvl2pPr lvl="1"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2pPr>
            <a:lvl3pPr lvl="2"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3pPr>
            <a:lvl4pPr lvl="3"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4pPr>
            <a:lvl5pPr lvl="4"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5pPr>
            <a:lvl6pPr lvl="5"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6pPr>
            <a:lvl7pPr lvl="6"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7pPr>
            <a:lvl8pPr lvl="7"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8pPr>
            <a:lvl9pPr lvl="8" rtl="0" algn="ctr">
              <a:lnSpc>
                <a:spcPct val="100000"/>
              </a:lnSpc>
              <a:spcBef>
                <a:spcPts val="0"/>
              </a:spcBef>
              <a:spcAft>
                <a:spcPts val="0"/>
              </a:spcAft>
              <a:buSzPts val="2400"/>
              <a:buFont typeface="Baloo 2 ExtraBold"/>
              <a:buNone/>
              <a:defRPr sz="2400">
                <a:latin typeface="Baloo 2 ExtraBold"/>
                <a:ea typeface="Baloo 2 ExtraBold"/>
                <a:cs typeface="Baloo 2 ExtraBold"/>
                <a:sym typeface="Baloo 2 ExtraBold"/>
              </a:defRPr>
            </a:lvl9pPr>
          </a:lstStyle>
          <a:p/>
        </p:txBody>
      </p:sp>
      <p:grpSp>
        <p:nvGrpSpPr>
          <p:cNvPr id="355" name="Google Shape;355;p15"/>
          <p:cNvGrpSpPr/>
          <p:nvPr/>
        </p:nvGrpSpPr>
        <p:grpSpPr>
          <a:xfrm>
            <a:off x="-3041836" y="-2868272"/>
            <a:ext cx="13627869" cy="9901131"/>
            <a:chOff x="-3041836" y="-2868272"/>
            <a:chExt cx="13627869" cy="9901131"/>
          </a:xfrm>
        </p:grpSpPr>
        <p:sp>
          <p:nvSpPr>
            <p:cNvPr id="356" name="Google Shape;356;p15"/>
            <p:cNvSpPr/>
            <p:nvPr/>
          </p:nvSpPr>
          <p:spPr>
            <a:xfrm rot="-7886775">
              <a:off x="-2572901" y="-1962564"/>
              <a:ext cx="3742179" cy="2939049"/>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15"/>
            <p:cNvSpPr/>
            <p:nvPr/>
          </p:nvSpPr>
          <p:spPr>
            <a:xfrm flipH="1" rot="7161465">
              <a:off x="7349081" y="3959289"/>
              <a:ext cx="2935948" cy="2407792"/>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58" name="Google Shape;358;p15"/>
          <p:cNvGrpSpPr/>
          <p:nvPr/>
        </p:nvGrpSpPr>
        <p:grpSpPr>
          <a:xfrm>
            <a:off x="7855330" y="4035052"/>
            <a:ext cx="1716236" cy="991057"/>
            <a:chOff x="7855330" y="4035052"/>
            <a:chExt cx="1716236" cy="991057"/>
          </a:xfrm>
        </p:grpSpPr>
        <p:grpSp>
          <p:nvGrpSpPr>
            <p:cNvPr id="359" name="Google Shape;359;p15"/>
            <p:cNvGrpSpPr/>
            <p:nvPr/>
          </p:nvGrpSpPr>
          <p:grpSpPr>
            <a:xfrm>
              <a:off x="7855330" y="4429025"/>
              <a:ext cx="637200" cy="597084"/>
              <a:chOff x="1932280" y="1331475"/>
              <a:chExt cx="637200" cy="597084"/>
            </a:xfrm>
          </p:grpSpPr>
          <p:sp>
            <p:nvSpPr>
              <p:cNvPr id="360" name="Google Shape;360;p15"/>
              <p:cNvSpPr/>
              <p:nvPr/>
            </p:nvSpPr>
            <p:spPr>
              <a:xfrm>
                <a:off x="1932280" y="1393658"/>
                <a:ext cx="637200" cy="5349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15"/>
              <p:cNvSpPr/>
              <p:nvPr/>
            </p:nvSpPr>
            <p:spPr>
              <a:xfrm>
                <a:off x="2033687" y="1869127"/>
                <a:ext cx="99300" cy="16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15"/>
              <p:cNvSpPr/>
              <p:nvPr/>
            </p:nvSpPr>
            <p:spPr>
              <a:xfrm>
                <a:off x="1977243" y="1857647"/>
                <a:ext cx="38400" cy="39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15"/>
              <p:cNvSpPr/>
              <p:nvPr/>
            </p:nvSpPr>
            <p:spPr>
              <a:xfrm>
                <a:off x="2432621" y="1869127"/>
                <a:ext cx="100500" cy="16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15"/>
              <p:cNvSpPr/>
              <p:nvPr/>
            </p:nvSpPr>
            <p:spPr>
              <a:xfrm>
                <a:off x="2377133" y="1857647"/>
                <a:ext cx="39300" cy="393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15"/>
              <p:cNvSpPr/>
              <p:nvPr/>
            </p:nvSpPr>
            <p:spPr>
              <a:xfrm>
                <a:off x="1932280" y="1331475"/>
                <a:ext cx="637146" cy="62184"/>
              </a:xfrm>
              <a:custGeom>
                <a:rect b="b" l="l" r="r" t="t"/>
                <a:pathLst>
                  <a:path extrusionOk="0" h="71" w="729">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15"/>
              <p:cNvSpPr/>
              <p:nvPr/>
            </p:nvSpPr>
            <p:spPr>
              <a:xfrm>
                <a:off x="1959067" y="1348695"/>
                <a:ext cx="288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5"/>
              <p:cNvSpPr/>
              <p:nvPr/>
            </p:nvSpPr>
            <p:spPr>
              <a:xfrm>
                <a:off x="2003074" y="1348695"/>
                <a:ext cx="288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5"/>
              <p:cNvSpPr/>
              <p:nvPr/>
            </p:nvSpPr>
            <p:spPr>
              <a:xfrm>
                <a:off x="2047081" y="1348695"/>
                <a:ext cx="297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5"/>
              <p:cNvSpPr/>
              <p:nvPr/>
            </p:nvSpPr>
            <p:spPr>
              <a:xfrm>
                <a:off x="2045167" y="1431925"/>
                <a:ext cx="411300" cy="4113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5"/>
              <p:cNvSpPr/>
              <p:nvPr/>
            </p:nvSpPr>
            <p:spPr>
              <a:xfrm>
                <a:off x="2115004" y="1502719"/>
                <a:ext cx="264042" cy="264042"/>
              </a:xfrm>
              <a:custGeom>
                <a:rect b="b" l="l" r="r" t="t"/>
                <a:pathLst>
                  <a:path extrusionOk="0" h="301" w="302">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5"/>
              <p:cNvSpPr/>
              <p:nvPr/>
            </p:nvSpPr>
            <p:spPr>
              <a:xfrm>
                <a:off x="2093958" y="1495066"/>
                <a:ext cx="130108" cy="123412"/>
              </a:xfrm>
              <a:custGeom>
                <a:rect b="b" l="l" r="r" t="t"/>
                <a:pathLst>
                  <a:path extrusionOk="0" h="141" w="149">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72" name="Google Shape;372;p15"/>
            <p:cNvGrpSpPr/>
            <p:nvPr/>
          </p:nvGrpSpPr>
          <p:grpSpPr>
            <a:xfrm rot="4185065">
              <a:off x="8729342" y="4000165"/>
              <a:ext cx="588492" cy="951054"/>
              <a:chOff x="1062996" y="1340396"/>
              <a:chExt cx="588491" cy="951052"/>
            </a:xfrm>
          </p:grpSpPr>
          <p:sp>
            <p:nvSpPr>
              <p:cNvPr id="373" name="Google Shape;373;p15"/>
              <p:cNvSpPr/>
              <p:nvPr/>
            </p:nvSpPr>
            <p:spPr>
              <a:xfrm flipH="1">
                <a:off x="1127696" y="1466525"/>
                <a:ext cx="521965" cy="813973"/>
              </a:xfrm>
              <a:custGeom>
                <a:rect b="b" l="l" r="r" t="t"/>
                <a:pathLst>
                  <a:path extrusionOk="0" h="487" w="313">
                    <a:moveTo>
                      <a:pt x="115" y="395"/>
                    </a:moveTo>
                    <a:cubicBezTo>
                      <a:pt x="111" y="399"/>
                      <a:pt x="109" y="403"/>
                      <a:pt x="106" y="406"/>
                    </a:cubicBezTo>
                    <a:cubicBezTo>
                      <a:pt x="79" y="435"/>
                      <a:pt x="34" y="470"/>
                      <a:pt x="11" y="487"/>
                    </a:cubicBezTo>
                    <a:cubicBezTo>
                      <a:pt x="8" y="485"/>
                      <a:pt x="4" y="483"/>
                      <a:pt x="0" y="480"/>
                    </a:cubicBezTo>
                    <a:cubicBezTo>
                      <a:pt x="5" y="452"/>
                      <a:pt x="16" y="396"/>
                      <a:pt x="29" y="359"/>
                    </a:cubicBezTo>
                    <a:cubicBezTo>
                      <a:pt x="31" y="356"/>
                      <a:pt x="32" y="351"/>
                      <a:pt x="35" y="346"/>
                    </a:cubicBezTo>
                    <a:cubicBezTo>
                      <a:pt x="71" y="277"/>
                      <a:pt x="234" y="51"/>
                      <a:pt x="266" y="6"/>
                    </a:cubicBezTo>
                    <a:cubicBezTo>
                      <a:pt x="269" y="2"/>
                      <a:pt x="273" y="0"/>
                      <a:pt x="276" y="2"/>
                    </a:cubicBezTo>
                    <a:cubicBezTo>
                      <a:pt x="310" y="23"/>
                      <a:pt x="310" y="23"/>
                      <a:pt x="310" y="23"/>
                    </a:cubicBezTo>
                    <a:cubicBezTo>
                      <a:pt x="313" y="24"/>
                      <a:pt x="313" y="29"/>
                      <a:pt x="311" y="34"/>
                    </a:cubicBezTo>
                    <a:cubicBezTo>
                      <a:pt x="286" y="82"/>
                      <a:pt x="159" y="331"/>
                      <a:pt x="115" y="39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5"/>
              <p:cNvSpPr/>
              <p:nvPr/>
            </p:nvSpPr>
            <p:spPr>
              <a:xfrm flipH="1">
                <a:off x="1458031" y="2045067"/>
                <a:ext cx="191631" cy="235432"/>
              </a:xfrm>
              <a:custGeom>
                <a:rect b="b" l="l" r="r" t="t"/>
                <a:pathLst>
                  <a:path extrusionOk="0" h="141" w="115">
                    <a:moveTo>
                      <a:pt x="115" y="49"/>
                    </a:moveTo>
                    <a:cubicBezTo>
                      <a:pt x="111" y="53"/>
                      <a:pt x="109" y="57"/>
                      <a:pt x="106" y="60"/>
                    </a:cubicBezTo>
                    <a:cubicBezTo>
                      <a:pt x="79" y="89"/>
                      <a:pt x="34" y="124"/>
                      <a:pt x="11" y="141"/>
                    </a:cubicBezTo>
                    <a:cubicBezTo>
                      <a:pt x="8" y="139"/>
                      <a:pt x="4" y="137"/>
                      <a:pt x="0" y="134"/>
                    </a:cubicBezTo>
                    <a:cubicBezTo>
                      <a:pt x="5" y="106"/>
                      <a:pt x="16" y="50"/>
                      <a:pt x="29" y="13"/>
                    </a:cubicBezTo>
                    <a:cubicBezTo>
                      <a:pt x="31" y="10"/>
                      <a:pt x="32" y="5"/>
                      <a:pt x="35" y="0"/>
                    </a:cubicBezTo>
                    <a:lnTo>
                      <a:pt x="115" y="49"/>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15"/>
              <p:cNvSpPr/>
              <p:nvPr/>
            </p:nvSpPr>
            <p:spPr>
              <a:xfrm flipH="1">
                <a:off x="1622286" y="2258597"/>
                <a:ext cx="29201" cy="32851"/>
              </a:xfrm>
              <a:custGeom>
                <a:rect b="b" l="l" r="r" t="t"/>
                <a:pathLst>
                  <a:path extrusionOk="0" h="20" w="18">
                    <a:moveTo>
                      <a:pt x="2" y="0"/>
                    </a:moveTo>
                    <a:cubicBezTo>
                      <a:pt x="0" y="13"/>
                      <a:pt x="0" y="13"/>
                      <a:pt x="0" y="13"/>
                    </a:cubicBezTo>
                    <a:cubicBezTo>
                      <a:pt x="0" y="17"/>
                      <a:pt x="4" y="20"/>
                      <a:pt x="8" y="17"/>
                    </a:cubicBezTo>
                    <a:cubicBezTo>
                      <a:pt x="18" y="10"/>
                      <a:pt x="18" y="10"/>
                      <a:pt x="18" y="10"/>
                    </a:cubicBezTo>
                    <a:lnTo>
                      <a:pt x="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5"/>
              <p:cNvSpPr/>
              <p:nvPr/>
            </p:nvSpPr>
            <p:spPr>
              <a:xfrm flipH="1">
                <a:off x="1062996" y="1340396"/>
                <a:ext cx="98553" cy="107679"/>
              </a:xfrm>
              <a:custGeom>
                <a:rect b="b" l="l" r="r" t="t"/>
                <a:pathLst>
                  <a:path extrusionOk="0" h="64" w="59">
                    <a:moveTo>
                      <a:pt x="47" y="5"/>
                    </a:moveTo>
                    <a:cubicBezTo>
                      <a:pt x="47" y="5"/>
                      <a:pt x="47" y="5"/>
                      <a:pt x="47" y="5"/>
                    </a:cubicBezTo>
                    <a:cubicBezTo>
                      <a:pt x="37" y="0"/>
                      <a:pt x="26" y="3"/>
                      <a:pt x="20" y="12"/>
                    </a:cubicBezTo>
                    <a:cubicBezTo>
                      <a:pt x="0" y="44"/>
                      <a:pt x="0" y="44"/>
                      <a:pt x="0" y="44"/>
                    </a:cubicBezTo>
                    <a:cubicBezTo>
                      <a:pt x="33" y="64"/>
                      <a:pt x="33" y="64"/>
                      <a:pt x="33" y="64"/>
                    </a:cubicBezTo>
                    <a:cubicBezTo>
                      <a:pt x="53" y="32"/>
                      <a:pt x="53" y="32"/>
                      <a:pt x="53" y="32"/>
                    </a:cubicBezTo>
                    <a:cubicBezTo>
                      <a:pt x="59" y="23"/>
                      <a:pt x="56" y="11"/>
                      <a:pt x="47"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5"/>
              <p:cNvSpPr/>
              <p:nvPr/>
            </p:nvSpPr>
            <p:spPr>
              <a:xfrm flipH="1">
                <a:off x="1071120" y="1472001"/>
                <a:ext cx="155130" cy="366836"/>
              </a:xfrm>
              <a:custGeom>
                <a:rect b="b" l="l" r="r" t="t"/>
                <a:pathLst>
                  <a:path extrusionOk="0" h="220" w="93">
                    <a:moveTo>
                      <a:pt x="0" y="216"/>
                    </a:moveTo>
                    <a:cubicBezTo>
                      <a:pt x="76" y="34"/>
                      <a:pt x="76" y="34"/>
                      <a:pt x="76" y="34"/>
                    </a:cubicBezTo>
                    <a:cubicBezTo>
                      <a:pt x="77" y="32"/>
                      <a:pt x="76" y="31"/>
                      <a:pt x="75" y="30"/>
                    </a:cubicBezTo>
                    <a:cubicBezTo>
                      <a:pt x="46" y="12"/>
                      <a:pt x="46" y="12"/>
                      <a:pt x="46" y="12"/>
                    </a:cubicBezTo>
                    <a:cubicBezTo>
                      <a:pt x="54" y="0"/>
                      <a:pt x="54" y="0"/>
                      <a:pt x="54" y="0"/>
                    </a:cubicBezTo>
                    <a:cubicBezTo>
                      <a:pt x="83" y="17"/>
                      <a:pt x="83" y="17"/>
                      <a:pt x="83" y="17"/>
                    </a:cubicBezTo>
                    <a:cubicBezTo>
                      <a:pt x="90" y="22"/>
                      <a:pt x="93" y="31"/>
                      <a:pt x="90" y="40"/>
                    </a:cubicBezTo>
                    <a:cubicBezTo>
                      <a:pt x="90" y="40"/>
                      <a:pt x="29" y="185"/>
                      <a:pt x="22" y="203"/>
                    </a:cubicBezTo>
                    <a:cubicBezTo>
                      <a:pt x="15" y="220"/>
                      <a:pt x="0" y="216"/>
                      <a:pt x="0" y="2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5"/>
              <p:cNvSpPr/>
              <p:nvPr/>
            </p:nvSpPr>
            <p:spPr>
              <a:xfrm flipH="1">
                <a:off x="1089372" y="1408123"/>
                <a:ext cx="142354" cy="118629"/>
              </a:xfrm>
              <a:custGeom>
                <a:rect b="b" l="l" r="r" t="t"/>
                <a:pathLst>
                  <a:path extrusionOk="0" h="71" w="85">
                    <a:moveTo>
                      <a:pt x="83" y="39"/>
                    </a:moveTo>
                    <a:cubicBezTo>
                      <a:pt x="21" y="2"/>
                      <a:pt x="21" y="2"/>
                      <a:pt x="21" y="2"/>
                    </a:cubicBezTo>
                    <a:cubicBezTo>
                      <a:pt x="19" y="0"/>
                      <a:pt x="16" y="2"/>
                      <a:pt x="14" y="4"/>
                    </a:cubicBezTo>
                    <a:cubicBezTo>
                      <a:pt x="2" y="25"/>
                      <a:pt x="2" y="25"/>
                      <a:pt x="2" y="25"/>
                    </a:cubicBezTo>
                    <a:cubicBezTo>
                      <a:pt x="0" y="28"/>
                      <a:pt x="0" y="31"/>
                      <a:pt x="2" y="32"/>
                    </a:cubicBezTo>
                    <a:cubicBezTo>
                      <a:pt x="64" y="70"/>
                      <a:pt x="64" y="70"/>
                      <a:pt x="64" y="70"/>
                    </a:cubicBezTo>
                    <a:cubicBezTo>
                      <a:pt x="67" y="71"/>
                      <a:pt x="70" y="70"/>
                      <a:pt x="71" y="67"/>
                    </a:cubicBezTo>
                    <a:cubicBezTo>
                      <a:pt x="84" y="47"/>
                      <a:pt x="84" y="47"/>
                      <a:pt x="84" y="47"/>
                    </a:cubicBezTo>
                    <a:cubicBezTo>
                      <a:pt x="85" y="44"/>
                      <a:pt x="85" y="41"/>
                      <a:pt x="83" y="3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379" name="Google Shape;379;p15"/>
          <p:cNvGrpSpPr/>
          <p:nvPr/>
        </p:nvGrpSpPr>
        <p:grpSpPr>
          <a:xfrm>
            <a:off x="180827" y="137600"/>
            <a:ext cx="8684725" cy="4152370"/>
            <a:chOff x="180827" y="137600"/>
            <a:chExt cx="8684725" cy="4152370"/>
          </a:xfrm>
        </p:grpSpPr>
        <p:sp>
          <p:nvSpPr>
            <p:cNvPr id="380" name="Google Shape;380;p15"/>
            <p:cNvSpPr/>
            <p:nvPr/>
          </p:nvSpPr>
          <p:spPr>
            <a:xfrm>
              <a:off x="8538877" y="396757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15"/>
            <p:cNvSpPr/>
            <p:nvPr/>
          </p:nvSpPr>
          <p:spPr>
            <a:xfrm>
              <a:off x="180827" y="5394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15"/>
            <p:cNvSpPr/>
            <p:nvPr/>
          </p:nvSpPr>
          <p:spPr>
            <a:xfrm>
              <a:off x="713225" y="13760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1">
    <p:spTree>
      <p:nvGrpSpPr>
        <p:cNvPr id="383" name="Shape 383"/>
        <p:cNvGrpSpPr/>
        <p:nvPr/>
      </p:nvGrpSpPr>
      <p:grpSpPr>
        <a:xfrm>
          <a:off x="0" y="0"/>
          <a:ext cx="0" cy="0"/>
          <a:chOff x="0" y="0"/>
          <a:chExt cx="0" cy="0"/>
        </a:xfrm>
      </p:grpSpPr>
      <p:sp>
        <p:nvSpPr>
          <p:cNvPr id="384" name="Google Shape;384;p1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5" name="Google Shape;385;p16"/>
          <p:cNvSpPr txBox="1"/>
          <p:nvPr>
            <p:ph idx="1" type="subTitle"/>
          </p:nvPr>
        </p:nvSpPr>
        <p:spPr>
          <a:xfrm>
            <a:off x="1846600" y="1065425"/>
            <a:ext cx="5005200" cy="3236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400"/>
              <a:buFont typeface="Arial"/>
              <a:buChar char="●"/>
              <a:defRPr sz="1400"/>
            </a:lvl1pPr>
            <a:lvl2pPr lvl="1" rtl="0" algn="ctr">
              <a:lnSpc>
                <a:spcPct val="100000"/>
              </a:lnSpc>
              <a:spcBef>
                <a:spcPts val="0"/>
              </a:spcBef>
              <a:spcAft>
                <a:spcPts val="0"/>
              </a:spcAft>
              <a:buClr>
                <a:srgbClr val="000000"/>
              </a:buClr>
              <a:buSzPts val="1400"/>
              <a:buFont typeface="Arial"/>
              <a:buChar char="○"/>
              <a:defRPr/>
            </a:lvl2pPr>
            <a:lvl3pPr lvl="2" rtl="0" algn="ctr">
              <a:lnSpc>
                <a:spcPct val="100000"/>
              </a:lnSpc>
              <a:spcBef>
                <a:spcPts val="0"/>
              </a:spcBef>
              <a:spcAft>
                <a:spcPts val="0"/>
              </a:spcAft>
              <a:buClr>
                <a:srgbClr val="000000"/>
              </a:buClr>
              <a:buSzPts val="1400"/>
              <a:buFont typeface="Arial"/>
              <a:buChar char="■"/>
              <a:defRPr/>
            </a:lvl3pPr>
            <a:lvl4pPr lvl="3" rtl="0" algn="ctr">
              <a:lnSpc>
                <a:spcPct val="100000"/>
              </a:lnSpc>
              <a:spcBef>
                <a:spcPts val="0"/>
              </a:spcBef>
              <a:spcAft>
                <a:spcPts val="0"/>
              </a:spcAft>
              <a:buClr>
                <a:srgbClr val="000000"/>
              </a:buClr>
              <a:buSzPts val="1400"/>
              <a:buFont typeface="Arial"/>
              <a:buChar char="●"/>
              <a:defRPr/>
            </a:lvl4pPr>
            <a:lvl5pPr lvl="4" rtl="0" algn="ctr">
              <a:lnSpc>
                <a:spcPct val="100000"/>
              </a:lnSpc>
              <a:spcBef>
                <a:spcPts val="0"/>
              </a:spcBef>
              <a:spcAft>
                <a:spcPts val="0"/>
              </a:spcAft>
              <a:buClr>
                <a:srgbClr val="000000"/>
              </a:buClr>
              <a:buSzPts val="1400"/>
              <a:buFont typeface="Arial"/>
              <a:buChar char="○"/>
              <a:defRPr/>
            </a:lvl5pPr>
            <a:lvl6pPr lvl="5" rtl="0" algn="ctr">
              <a:lnSpc>
                <a:spcPct val="100000"/>
              </a:lnSpc>
              <a:spcBef>
                <a:spcPts val="0"/>
              </a:spcBef>
              <a:spcAft>
                <a:spcPts val="0"/>
              </a:spcAft>
              <a:buClr>
                <a:srgbClr val="000000"/>
              </a:buClr>
              <a:buSzPts val="1400"/>
              <a:buFont typeface="Arial"/>
              <a:buChar char="■"/>
              <a:defRPr/>
            </a:lvl6pPr>
            <a:lvl7pPr lvl="6" rtl="0" algn="ctr">
              <a:lnSpc>
                <a:spcPct val="100000"/>
              </a:lnSpc>
              <a:spcBef>
                <a:spcPts val="0"/>
              </a:spcBef>
              <a:spcAft>
                <a:spcPts val="0"/>
              </a:spcAft>
              <a:buClr>
                <a:srgbClr val="000000"/>
              </a:buClr>
              <a:buSzPts val="1400"/>
              <a:buFont typeface="Arial"/>
              <a:buChar char="●"/>
              <a:defRPr/>
            </a:lvl7pPr>
            <a:lvl8pPr lvl="7" rtl="0" algn="ctr">
              <a:lnSpc>
                <a:spcPct val="100000"/>
              </a:lnSpc>
              <a:spcBef>
                <a:spcPts val="0"/>
              </a:spcBef>
              <a:spcAft>
                <a:spcPts val="0"/>
              </a:spcAft>
              <a:buClr>
                <a:srgbClr val="000000"/>
              </a:buClr>
              <a:buSzPts val="1400"/>
              <a:buFont typeface="Arial"/>
              <a:buChar char="○"/>
              <a:defRPr/>
            </a:lvl8pPr>
            <a:lvl9pPr lvl="8" rtl="0" algn="ctr">
              <a:lnSpc>
                <a:spcPct val="100000"/>
              </a:lnSpc>
              <a:spcBef>
                <a:spcPts val="0"/>
              </a:spcBef>
              <a:spcAft>
                <a:spcPts val="0"/>
              </a:spcAft>
              <a:buClr>
                <a:srgbClr val="000000"/>
              </a:buClr>
              <a:buSzPts val="1400"/>
              <a:buFont typeface="Arial"/>
              <a:buChar char="■"/>
              <a:defRPr/>
            </a:lvl9pPr>
          </a:lstStyle>
          <a:p/>
        </p:txBody>
      </p:sp>
      <p:grpSp>
        <p:nvGrpSpPr>
          <p:cNvPr id="386" name="Google Shape;386;p16"/>
          <p:cNvGrpSpPr/>
          <p:nvPr/>
        </p:nvGrpSpPr>
        <p:grpSpPr>
          <a:xfrm>
            <a:off x="-1612427" y="-1583794"/>
            <a:ext cx="13680176" cy="9527191"/>
            <a:chOff x="-1612427" y="-1583794"/>
            <a:chExt cx="13680176" cy="9527191"/>
          </a:xfrm>
        </p:grpSpPr>
        <p:sp>
          <p:nvSpPr>
            <p:cNvPr id="387" name="Google Shape;387;p16"/>
            <p:cNvSpPr/>
            <p:nvPr/>
          </p:nvSpPr>
          <p:spPr>
            <a:xfrm rot="7128936">
              <a:off x="6088123" y="2417769"/>
              <a:ext cx="5631417" cy="4125872"/>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16"/>
            <p:cNvSpPr/>
            <p:nvPr/>
          </p:nvSpPr>
          <p:spPr>
            <a:xfrm rot="-2861827">
              <a:off x="-1306536" y="-871781"/>
              <a:ext cx="2847247" cy="2086224"/>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89" name="Google Shape;389;p16"/>
          <p:cNvSpPr/>
          <p:nvPr/>
        </p:nvSpPr>
        <p:spPr>
          <a:xfrm>
            <a:off x="8558433" y="3047281"/>
            <a:ext cx="301600" cy="49757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90" name="Google Shape;390;p16"/>
          <p:cNvGrpSpPr/>
          <p:nvPr/>
        </p:nvGrpSpPr>
        <p:grpSpPr>
          <a:xfrm>
            <a:off x="201327" y="80250"/>
            <a:ext cx="405111" cy="812320"/>
            <a:chOff x="201327" y="80250"/>
            <a:chExt cx="405111" cy="812320"/>
          </a:xfrm>
        </p:grpSpPr>
        <p:sp>
          <p:nvSpPr>
            <p:cNvPr id="391" name="Google Shape;391;p16"/>
            <p:cNvSpPr/>
            <p:nvPr/>
          </p:nvSpPr>
          <p:spPr>
            <a:xfrm>
              <a:off x="201327" y="57017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16"/>
            <p:cNvSpPr/>
            <p:nvPr/>
          </p:nvSpPr>
          <p:spPr>
            <a:xfrm>
              <a:off x="421863" y="802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1_1">
    <p:spTree>
      <p:nvGrpSpPr>
        <p:cNvPr id="393" name="Shape 393"/>
        <p:cNvGrpSpPr/>
        <p:nvPr/>
      </p:nvGrpSpPr>
      <p:grpSpPr>
        <a:xfrm>
          <a:off x="0" y="0"/>
          <a:ext cx="0" cy="0"/>
          <a:chOff x="0" y="0"/>
          <a:chExt cx="0" cy="0"/>
        </a:xfrm>
      </p:grpSpPr>
      <p:sp>
        <p:nvSpPr>
          <p:cNvPr id="394" name="Google Shape;394;p17"/>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95" name="Google Shape;395;p17"/>
          <p:cNvSpPr txBox="1"/>
          <p:nvPr>
            <p:ph idx="1" type="subTitle"/>
          </p:nvPr>
        </p:nvSpPr>
        <p:spPr>
          <a:xfrm>
            <a:off x="720000" y="1074300"/>
            <a:ext cx="2214300" cy="33264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2"/>
              </a:buClr>
              <a:buSzPts val="1400"/>
              <a:buChar char="●"/>
              <a:defRPr sz="1400"/>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96" name="Shape 396"/>
        <p:cNvGrpSpPr/>
        <p:nvPr/>
      </p:nvGrpSpPr>
      <p:grpSpPr>
        <a:xfrm>
          <a:off x="0" y="0"/>
          <a:ext cx="0" cy="0"/>
          <a:chOff x="0" y="0"/>
          <a:chExt cx="0" cy="0"/>
        </a:xfrm>
      </p:grpSpPr>
      <p:sp>
        <p:nvSpPr>
          <p:cNvPr id="397" name="Google Shape;397;p18"/>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398" name="Google Shape;398;p18"/>
          <p:cNvGrpSpPr/>
          <p:nvPr/>
        </p:nvGrpSpPr>
        <p:grpSpPr>
          <a:xfrm>
            <a:off x="-856733" y="-2184900"/>
            <a:ext cx="11910511" cy="8379762"/>
            <a:chOff x="-856733" y="-2184900"/>
            <a:chExt cx="11910511" cy="8379762"/>
          </a:xfrm>
        </p:grpSpPr>
        <p:sp>
          <p:nvSpPr>
            <p:cNvPr id="399" name="Google Shape;399;p18"/>
            <p:cNvSpPr/>
            <p:nvPr/>
          </p:nvSpPr>
          <p:spPr>
            <a:xfrm rot="-7341459">
              <a:off x="7305126" y="-1367050"/>
              <a:ext cx="3409980" cy="2678150"/>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18"/>
            <p:cNvSpPr/>
            <p:nvPr/>
          </p:nvSpPr>
          <p:spPr>
            <a:xfrm flipH="1" rot="-10245665">
              <a:off x="-723336" y="4183034"/>
              <a:ext cx="2247692" cy="1843349"/>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1" name="Google Shape;401;p18"/>
          <p:cNvGrpSpPr/>
          <p:nvPr/>
        </p:nvGrpSpPr>
        <p:grpSpPr>
          <a:xfrm>
            <a:off x="262777" y="161945"/>
            <a:ext cx="7433887" cy="4873205"/>
            <a:chOff x="262777" y="161945"/>
            <a:chExt cx="7433887" cy="4873205"/>
          </a:xfrm>
        </p:grpSpPr>
        <p:sp>
          <p:nvSpPr>
            <p:cNvPr id="402" name="Google Shape;402;p18"/>
            <p:cNvSpPr/>
            <p:nvPr/>
          </p:nvSpPr>
          <p:spPr>
            <a:xfrm>
              <a:off x="7369989" y="16194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18"/>
            <p:cNvSpPr/>
            <p:nvPr/>
          </p:nvSpPr>
          <p:spPr>
            <a:xfrm>
              <a:off x="262777" y="41400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18"/>
            <p:cNvSpPr/>
            <p:nvPr/>
          </p:nvSpPr>
          <p:spPr>
            <a:xfrm>
              <a:off x="811063" y="485300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5" name="Google Shape;405;p18"/>
          <p:cNvGrpSpPr/>
          <p:nvPr/>
        </p:nvGrpSpPr>
        <p:grpSpPr>
          <a:xfrm>
            <a:off x="7886574" y="231922"/>
            <a:ext cx="1018096" cy="1211385"/>
            <a:chOff x="7886574" y="231922"/>
            <a:chExt cx="1018096" cy="1211385"/>
          </a:xfrm>
        </p:grpSpPr>
        <p:grpSp>
          <p:nvGrpSpPr>
            <p:cNvPr id="406" name="Google Shape;406;p18"/>
            <p:cNvGrpSpPr/>
            <p:nvPr/>
          </p:nvGrpSpPr>
          <p:grpSpPr>
            <a:xfrm>
              <a:off x="8496964" y="1054809"/>
              <a:ext cx="407706" cy="388498"/>
              <a:chOff x="2884583" y="645291"/>
              <a:chExt cx="285089" cy="271696"/>
            </a:xfrm>
          </p:grpSpPr>
          <p:sp>
            <p:nvSpPr>
              <p:cNvPr id="407" name="Google Shape;407;p18"/>
              <p:cNvSpPr/>
              <p:nvPr/>
            </p:nvSpPr>
            <p:spPr>
              <a:xfrm>
                <a:off x="2905629" y="652944"/>
                <a:ext cx="264042" cy="264042"/>
              </a:xfrm>
              <a:custGeom>
                <a:rect b="b" l="l" r="r" t="t"/>
                <a:pathLst>
                  <a:path extrusionOk="0" h="301" w="302">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18"/>
              <p:cNvSpPr/>
              <p:nvPr/>
            </p:nvSpPr>
            <p:spPr>
              <a:xfrm>
                <a:off x="2884583" y="645291"/>
                <a:ext cx="130108" cy="123412"/>
              </a:xfrm>
              <a:custGeom>
                <a:rect b="b" l="l" r="r" t="t"/>
                <a:pathLst>
                  <a:path extrusionOk="0" h="141" w="149">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09" name="Google Shape;409;p18"/>
            <p:cNvGrpSpPr/>
            <p:nvPr/>
          </p:nvGrpSpPr>
          <p:grpSpPr>
            <a:xfrm>
              <a:off x="7886574" y="231922"/>
              <a:ext cx="951900" cy="615157"/>
              <a:chOff x="4838012" y="1361547"/>
              <a:chExt cx="951900" cy="615157"/>
            </a:xfrm>
          </p:grpSpPr>
          <p:sp>
            <p:nvSpPr>
              <p:cNvPr id="410" name="Google Shape;410;p18"/>
              <p:cNvSpPr/>
              <p:nvPr/>
            </p:nvSpPr>
            <p:spPr>
              <a:xfrm>
                <a:off x="4838012" y="1419903"/>
                <a:ext cx="951900" cy="5568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18"/>
              <p:cNvSpPr/>
              <p:nvPr/>
            </p:nvSpPr>
            <p:spPr>
              <a:xfrm>
                <a:off x="4838012" y="1361547"/>
                <a:ext cx="951892" cy="58358"/>
              </a:xfrm>
              <a:custGeom>
                <a:rect b="b" l="l" r="r" t="t"/>
                <a:pathLst>
                  <a:path extrusionOk="0" h="67" w="1089">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18"/>
              <p:cNvSpPr/>
              <p:nvPr/>
            </p:nvSpPr>
            <p:spPr>
              <a:xfrm>
                <a:off x="4863842"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18"/>
              <p:cNvSpPr/>
              <p:nvPr/>
            </p:nvSpPr>
            <p:spPr>
              <a:xfrm>
                <a:off x="4904979"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18"/>
              <p:cNvSpPr/>
              <p:nvPr/>
            </p:nvSpPr>
            <p:spPr>
              <a:xfrm>
                <a:off x="4945159" y="1376853"/>
                <a:ext cx="267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18"/>
              <p:cNvSpPr/>
              <p:nvPr/>
            </p:nvSpPr>
            <p:spPr>
              <a:xfrm>
                <a:off x="4902109" y="1478261"/>
                <a:ext cx="348300" cy="348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18"/>
              <p:cNvSpPr/>
              <p:nvPr/>
            </p:nvSpPr>
            <p:spPr>
              <a:xfrm>
                <a:off x="4926026" y="1502178"/>
                <a:ext cx="299440" cy="300397"/>
              </a:xfrm>
              <a:custGeom>
                <a:rect b="b" l="l" r="r" t="t"/>
                <a:pathLst>
                  <a:path extrusionOk="0" h="343" w="342">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18"/>
              <p:cNvSpPr/>
              <p:nvPr/>
            </p:nvSpPr>
            <p:spPr>
              <a:xfrm>
                <a:off x="4926026" y="1506961"/>
                <a:ext cx="299440" cy="295613"/>
              </a:xfrm>
              <a:custGeom>
                <a:rect b="b" l="l" r="r" t="t"/>
                <a:pathLst>
                  <a:path extrusionOk="0" h="338" w="342">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18"/>
              <p:cNvSpPr/>
              <p:nvPr/>
            </p:nvSpPr>
            <p:spPr>
              <a:xfrm>
                <a:off x="5076224" y="1660030"/>
                <a:ext cx="149241" cy="142545"/>
              </a:xfrm>
              <a:custGeom>
                <a:rect b="b" l="l" r="r" t="t"/>
                <a:pathLst>
                  <a:path extrusionOk="0" h="163" w="171">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8"/>
              <p:cNvSpPr/>
              <p:nvPr/>
            </p:nvSpPr>
            <p:spPr>
              <a:xfrm>
                <a:off x="5313479" y="1549055"/>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8"/>
              <p:cNvSpPr/>
              <p:nvPr/>
            </p:nvSpPr>
            <p:spPr>
              <a:xfrm>
                <a:off x="5313479" y="1610282"/>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8"/>
              <p:cNvSpPr/>
              <p:nvPr/>
            </p:nvSpPr>
            <p:spPr>
              <a:xfrm>
                <a:off x="5313479" y="1671510"/>
                <a:ext cx="3234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18"/>
              <p:cNvSpPr/>
              <p:nvPr/>
            </p:nvSpPr>
            <p:spPr>
              <a:xfrm>
                <a:off x="5313479" y="1732737"/>
                <a:ext cx="205800" cy="24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18"/>
              <p:cNvSpPr/>
              <p:nvPr/>
            </p:nvSpPr>
            <p:spPr>
              <a:xfrm>
                <a:off x="4970989"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8"/>
              <p:cNvSpPr/>
              <p:nvPr/>
            </p:nvSpPr>
            <p:spPr>
              <a:xfrm>
                <a:off x="4889672" y="1867628"/>
                <a:ext cx="57600" cy="57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8"/>
              <p:cNvSpPr/>
              <p:nvPr/>
            </p:nvSpPr>
            <p:spPr>
              <a:xfrm>
                <a:off x="5257036"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8"/>
              <p:cNvSpPr/>
              <p:nvPr/>
            </p:nvSpPr>
            <p:spPr>
              <a:xfrm>
                <a:off x="5175718" y="1867628"/>
                <a:ext cx="57600" cy="576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18"/>
              <p:cNvSpPr/>
              <p:nvPr/>
            </p:nvSpPr>
            <p:spPr>
              <a:xfrm>
                <a:off x="5543081" y="1884848"/>
                <a:ext cx="1446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8"/>
              <p:cNvSpPr/>
              <p:nvPr/>
            </p:nvSpPr>
            <p:spPr>
              <a:xfrm>
                <a:off x="5461764" y="1867628"/>
                <a:ext cx="56400" cy="57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429" name="Shape 429"/>
        <p:cNvGrpSpPr/>
        <p:nvPr/>
      </p:nvGrpSpPr>
      <p:grpSpPr>
        <a:xfrm>
          <a:off x="0" y="0"/>
          <a:ext cx="0" cy="0"/>
          <a:chOff x="0" y="0"/>
          <a:chExt cx="0" cy="0"/>
        </a:xfrm>
      </p:grpSpPr>
      <p:sp>
        <p:nvSpPr>
          <p:cNvPr id="430" name="Google Shape;430;p19"/>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31" name="Google Shape;431;p19"/>
          <p:cNvGrpSpPr/>
          <p:nvPr/>
        </p:nvGrpSpPr>
        <p:grpSpPr>
          <a:xfrm>
            <a:off x="-2180385" y="-2351677"/>
            <a:ext cx="12725618" cy="9332031"/>
            <a:chOff x="-2180385" y="-2351677"/>
            <a:chExt cx="12725618" cy="9332031"/>
          </a:xfrm>
        </p:grpSpPr>
        <p:sp>
          <p:nvSpPr>
            <p:cNvPr id="432" name="Google Shape;432;p19"/>
            <p:cNvSpPr/>
            <p:nvPr/>
          </p:nvSpPr>
          <p:spPr>
            <a:xfrm rot="3702647">
              <a:off x="-1898200" y="-1554774"/>
              <a:ext cx="3409976" cy="2678147"/>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19"/>
            <p:cNvSpPr/>
            <p:nvPr/>
          </p:nvSpPr>
          <p:spPr>
            <a:xfrm flipH="1" rot="6417430">
              <a:off x="7465596" y="3990147"/>
              <a:ext cx="2966740" cy="2433045"/>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34" name="Google Shape;434;p19"/>
          <p:cNvGrpSpPr/>
          <p:nvPr/>
        </p:nvGrpSpPr>
        <p:grpSpPr>
          <a:xfrm>
            <a:off x="202002" y="232075"/>
            <a:ext cx="8988910" cy="4783030"/>
            <a:chOff x="202002" y="232075"/>
            <a:chExt cx="8988910" cy="4783030"/>
          </a:xfrm>
        </p:grpSpPr>
        <p:grpSp>
          <p:nvGrpSpPr>
            <p:cNvPr id="435" name="Google Shape;435;p19"/>
            <p:cNvGrpSpPr/>
            <p:nvPr/>
          </p:nvGrpSpPr>
          <p:grpSpPr>
            <a:xfrm flipH="1">
              <a:off x="8602421" y="3830071"/>
              <a:ext cx="588491" cy="951052"/>
              <a:chOff x="1062996" y="1340396"/>
              <a:chExt cx="588491" cy="951052"/>
            </a:xfrm>
          </p:grpSpPr>
          <p:sp>
            <p:nvSpPr>
              <p:cNvPr id="436" name="Google Shape;436;p19"/>
              <p:cNvSpPr/>
              <p:nvPr/>
            </p:nvSpPr>
            <p:spPr>
              <a:xfrm flipH="1">
                <a:off x="1127696" y="1466525"/>
                <a:ext cx="521965" cy="813973"/>
              </a:xfrm>
              <a:custGeom>
                <a:rect b="b" l="l" r="r" t="t"/>
                <a:pathLst>
                  <a:path extrusionOk="0" h="487" w="313">
                    <a:moveTo>
                      <a:pt x="115" y="395"/>
                    </a:moveTo>
                    <a:cubicBezTo>
                      <a:pt x="111" y="399"/>
                      <a:pt x="109" y="403"/>
                      <a:pt x="106" y="406"/>
                    </a:cubicBezTo>
                    <a:cubicBezTo>
                      <a:pt x="79" y="435"/>
                      <a:pt x="34" y="470"/>
                      <a:pt x="11" y="487"/>
                    </a:cubicBezTo>
                    <a:cubicBezTo>
                      <a:pt x="8" y="485"/>
                      <a:pt x="4" y="483"/>
                      <a:pt x="0" y="480"/>
                    </a:cubicBezTo>
                    <a:cubicBezTo>
                      <a:pt x="5" y="452"/>
                      <a:pt x="16" y="396"/>
                      <a:pt x="29" y="359"/>
                    </a:cubicBezTo>
                    <a:cubicBezTo>
                      <a:pt x="31" y="356"/>
                      <a:pt x="32" y="351"/>
                      <a:pt x="35" y="346"/>
                    </a:cubicBezTo>
                    <a:cubicBezTo>
                      <a:pt x="71" y="277"/>
                      <a:pt x="234" y="51"/>
                      <a:pt x="266" y="6"/>
                    </a:cubicBezTo>
                    <a:cubicBezTo>
                      <a:pt x="269" y="2"/>
                      <a:pt x="273" y="0"/>
                      <a:pt x="276" y="2"/>
                    </a:cubicBezTo>
                    <a:cubicBezTo>
                      <a:pt x="310" y="23"/>
                      <a:pt x="310" y="23"/>
                      <a:pt x="310" y="23"/>
                    </a:cubicBezTo>
                    <a:cubicBezTo>
                      <a:pt x="313" y="24"/>
                      <a:pt x="313" y="29"/>
                      <a:pt x="311" y="34"/>
                    </a:cubicBezTo>
                    <a:cubicBezTo>
                      <a:pt x="286" y="82"/>
                      <a:pt x="159" y="331"/>
                      <a:pt x="115" y="39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7" name="Google Shape;437;p19"/>
              <p:cNvSpPr/>
              <p:nvPr/>
            </p:nvSpPr>
            <p:spPr>
              <a:xfrm flipH="1">
                <a:off x="1458031" y="2045067"/>
                <a:ext cx="191631" cy="235432"/>
              </a:xfrm>
              <a:custGeom>
                <a:rect b="b" l="l" r="r" t="t"/>
                <a:pathLst>
                  <a:path extrusionOk="0" h="141" w="115">
                    <a:moveTo>
                      <a:pt x="115" y="49"/>
                    </a:moveTo>
                    <a:cubicBezTo>
                      <a:pt x="111" y="53"/>
                      <a:pt x="109" y="57"/>
                      <a:pt x="106" y="60"/>
                    </a:cubicBezTo>
                    <a:cubicBezTo>
                      <a:pt x="79" y="89"/>
                      <a:pt x="34" y="124"/>
                      <a:pt x="11" y="141"/>
                    </a:cubicBezTo>
                    <a:cubicBezTo>
                      <a:pt x="8" y="139"/>
                      <a:pt x="4" y="137"/>
                      <a:pt x="0" y="134"/>
                    </a:cubicBezTo>
                    <a:cubicBezTo>
                      <a:pt x="5" y="106"/>
                      <a:pt x="16" y="50"/>
                      <a:pt x="29" y="13"/>
                    </a:cubicBezTo>
                    <a:cubicBezTo>
                      <a:pt x="31" y="10"/>
                      <a:pt x="32" y="5"/>
                      <a:pt x="35" y="0"/>
                    </a:cubicBezTo>
                    <a:lnTo>
                      <a:pt x="115" y="49"/>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19"/>
              <p:cNvSpPr/>
              <p:nvPr/>
            </p:nvSpPr>
            <p:spPr>
              <a:xfrm flipH="1">
                <a:off x="1622286" y="2258597"/>
                <a:ext cx="29201" cy="32851"/>
              </a:xfrm>
              <a:custGeom>
                <a:rect b="b" l="l" r="r" t="t"/>
                <a:pathLst>
                  <a:path extrusionOk="0" h="20" w="18">
                    <a:moveTo>
                      <a:pt x="2" y="0"/>
                    </a:moveTo>
                    <a:cubicBezTo>
                      <a:pt x="0" y="13"/>
                      <a:pt x="0" y="13"/>
                      <a:pt x="0" y="13"/>
                    </a:cubicBezTo>
                    <a:cubicBezTo>
                      <a:pt x="0" y="17"/>
                      <a:pt x="4" y="20"/>
                      <a:pt x="8" y="17"/>
                    </a:cubicBezTo>
                    <a:cubicBezTo>
                      <a:pt x="18" y="10"/>
                      <a:pt x="18" y="10"/>
                      <a:pt x="18" y="10"/>
                    </a:cubicBezTo>
                    <a:lnTo>
                      <a:pt x="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19"/>
              <p:cNvSpPr/>
              <p:nvPr/>
            </p:nvSpPr>
            <p:spPr>
              <a:xfrm flipH="1">
                <a:off x="1062996" y="1340396"/>
                <a:ext cx="98553" cy="107679"/>
              </a:xfrm>
              <a:custGeom>
                <a:rect b="b" l="l" r="r" t="t"/>
                <a:pathLst>
                  <a:path extrusionOk="0" h="64" w="59">
                    <a:moveTo>
                      <a:pt x="47" y="5"/>
                    </a:moveTo>
                    <a:cubicBezTo>
                      <a:pt x="47" y="5"/>
                      <a:pt x="47" y="5"/>
                      <a:pt x="47" y="5"/>
                    </a:cubicBezTo>
                    <a:cubicBezTo>
                      <a:pt x="37" y="0"/>
                      <a:pt x="26" y="3"/>
                      <a:pt x="20" y="12"/>
                    </a:cubicBezTo>
                    <a:cubicBezTo>
                      <a:pt x="0" y="44"/>
                      <a:pt x="0" y="44"/>
                      <a:pt x="0" y="44"/>
                    </a:cubicBezTo>
                    <a:cubicBezTo>
                      <a:pt x="33" y="64"/>
                      <a:pt x="33" y="64"/>
                      <a:pt x="33" y="64"/>
                    </a:cubicBezTo>
                    <a:cubicBezTo>
                      <a:pt x="53" y="32"/>
                      <a:pt x="53" y="32"/>
                      <a:pt x="53" y="32"/>
                    </a:cubicBezTo>
                    <a:cubicBezTo>
                      <a:pt x="59" y="23"/>
                      <a:pt x="56" y="11"/>
                      <a:pt x="47"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9"/>
              <p:cNvSpPr/>
              <p:nvPr/>
            </p:nvSpPr>
            <p:spPr>
              <a:xfrm flipH="1">
                <a:off x="1071120" y="1472001"/>
                <a:ext cx="155130" cy="366836"/>
              </a:xfrm>
              <a:custGeom>
                <a:rect b="b" l="l" r="r" t="t"/>
                <a:pathLst>
                  <a:path extrusionOk="0" h="220" w="93">
                    <a:moveTo>
                      <a:pt x="0" y="216"/>
                    </a:moveTo>
                    <a:cubicBezTo>
                      <a:pt x="76" y="34"/>
                      <a:pt x="76" y="34"/>
                      <a:pt x="76" y="34"/>
                    </a:cubicBezTo>
                    <a:cubicBezTo>
                      <a:pt x="77" y="32"/>
                      <a:pt x="76" y="31"/>
                      <a:pt x="75" y="30"/>
                    </a:cubicBezTo>
                    <a:cubicBezTo>
                      <a:pt x="46" y="12"/>
                      <a:pt x="46" y="12"/>
                      <a:pt x="46" y="12"/>
                    </a:cubicBezTo>
                    <a:cubicBezTo>
                      <a:pt x="54" y="0"/>
                      <a:pt x="54" y="0"/>
                      <a:pt x="54" y="0"/>
                    </a:cubicBezTo>
                    <a:cubicBezTo>
                      <a:pt x="83" y="17"/>
                      <a:pt x="83" y="17"/>
                      <a:pt x="83" y="17"/>
                    </a:cubicBezTo>
                    <a:cubicBezTo>
                      <a:pt x="90" y="22"/>
                      <a:pt x="93" y="31"/>
                      <a:pt x="90" y="40"/>
                    </a:cubicBezTo>
                    <a:cubicBezTo>
                      <a:pt x="90" y="40"/>
                      <a:pt x="29" y="185"/>
                      <a:pt x="22" y="203"/>
                    </a:cubicBezTo>
                    <a:cubicBezTo>
                      <a:pt x="15" y="220"/>
                      <a:pt x="0" y="216"/>
                      <a:pt x="0" y="2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19"/>
              <p:cNvSpPr/>
              <p:nvPr/>
            </p:nvSpPr>
            <p:spPr>
              <a:xfrm flipH="1">
                <a:off x="1089372" y="1408123"/>
                <a:ext cx="142354" cy="118629"/>
              </a:xfrm>
              <a:custGeom>
                <a:rect b="b" l="l" r="r" t="t"/>
                <a:pathLst>
                  <a:path extrusionOk="0" h="71" w="85">
                    <a:moveTo>
                      <a:pt x="83" y="39"/>
                    </a:moveTo>
                    <a:cubicBezTo>
                      <a:pt x="21" y="2"/>
                      <a:pt x="21" y="2"/>
                      <a:pt x="21" y="2"/>
                    </a:cubicBezTo>
                    <a:cubicBezTo>
                      <a:pt x="19" y="0"/>
                      <a:pt x="16" y="2"/>
                      <a:pt x="14" y="4"/>
                    </a:cubicBezTo>
                    <a:cubicBezTo>
                      <a:pt x="2" y="25"/>
                      <a:pt x="2" y="25"/>
                      <a:pt x="2" y="25"/>
                    </a:cubicBezTo>
                    <a:cubicBezTo>
                      <a:pt x="0" y="28"/>
                      <a:pt x="0" y="31"/>
                      <a:pt x="2" y="32"/>
                    </a:cubicBezTo>
                    <a:cubicBezTo>
                      <a:pt x="64" y="70"/>
                      <a:pt x="64" y="70"/>
                      <a:pt x="64" y="70"/>
                    </a:cubicBezTo>
                    <a:cubicBezTo>
                      <a:pt x="67" y="71"/>
                      <a:pt x="70" y="70"/>
                      <a:pt x="71" y="67"/>
                    </a:cubicBezTo>
                    <a:cubicBezTo>
                      <a:pt x="84" y="47"/>
                      <a:pt x="84" y="47"/>
                      <a:pt x="84" y="47"/>
                    </a:cubicBezTo>
                    <a:cubicBezTo>
                      <a:pt x="85" y="44"/>
                      <a:pt x="85" y="41"/>
                      <a:pt x="83" y="3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42" name="Google Shape;442;p19"/>
            <p:cNvGrpSpPr/>
            <p:nvPr/>
          </p:nvGrpSpPr>
          <p:grpSpPr>
            <a:xfrm>
              <a:off x="202002" y="232075"/>
              <a:ext cx="8555437" cy="4783030"/>
              <a:chOff x="202002" y="232075"/>
              <a:chExt cx="8555437" cy="4783030"/>
            </a:xfrm>
          </p:grpSpPr>
          <p:sp>
            <p:nvSpPr>
              <p:cNvPr id="443" name="Google Shape;443;p19"/>
              <p:cNvSpPr/>
              <p:nvPr/>
            </p:nvSpPr>
            <p:spPr>
              <a:xfrm>
                <a:off x="8430764" y="395107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19"/>
              <p:cNvSpPr/>
              <p:nvPr/>
            </p:nvSpPr>
            <p:spPr>
              <a:xfrm>
                <a:off x="202002" y="80584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19"/>
              <p:cNvSpPr/>
              <p:nvPr/>
            </p:nvSpPr>
            <p:spPr>
              <a:xfrm>
                <a:off x="528663" y="232075"/>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46" name="Google Shape;446;p19"/>
              <p:cNvGrpSpPr/>
              <p:nvPr/>
            </p:nvGrpSpPr>
            <p:grpSpPr>
              <a:xfrm>
                <a:off x="7775189" y="4529478"/>
                <a:ext cx="751918" cy="485627"/>
                <a:chOff x="2436192" y="2730596"/>
                <a:chExt cx="924300" cy="596960"/>
              </a:xfrm>
            </p:grpSpPr>
            <p:sp>
              <p:nvSpPr>
                <p:cNvPr id="447" name="Google Shape;447;p19"/>
                <p:cNvSpPr/>
                <p:nvPr/>
              </p:nvSpPr>
              <p:spPr>
                <a:xfrm>
                  <a:off x="2436192" y="2786955"/>
                  <a:ext cx="924300" cy="5406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19"/>
                <p:cNvSpPr/>
                <p:nvPr/>
              </p:nvSpPr>
              <p:spPr>
                <a:xfrm>
                  <a:off x="2436192" y="2730596"/>
                  <a:ext cx="924297" cy="56360"/>
                </a:xfrm>
                <a:custGeom>
                  <a:rect b="b" l="l" r="r" t="t"/>
                  <a:pathLst>
                    <a:path extrusionOk="0" h="153" w="2512">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19"/>
                <p:cNvSpPr/>
                <p:nvPr/>
              </p:nvSpPr>
              <p:spPr>
                <a:xfrm>
                  <a:off x="2461152" y="2745893"/>
                  <a:ext cx="25800" cy="25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19"/>
                <p:cNvSpPr/>
                <p:nvPr/>
              </p:nvSpPr>
              <p:spPr>
                <a:xfrm>
                  <a:off x="2500603" y="2745893"/>
                  <a:ext cx="26100" cy="25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19"/>
                <p:cNvSpPr/>
                <p:nvPr/>
              </p:nvSpPr>
              <p:spPr>
                <a:xfrm>
                  <a:off x="2540860" y="2745893"/>
                  <a:ext cx="25800" cy="25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19"/>
                <p:cNvSpPr/>
                <p:nvPr/>
              </p:nvSpPr>
              <p:spPr>
                <a:xfrm>
                  <a:off x="2481682" y="2858210"/>
                  <a:ext cx="833700" cy="33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19"/>
                <p:cNvSpPr/>
                <p:nvPr/>
              </p:nvSpPr>
              <p:spPr>
                <a:xfrm>
                  <a:off x="2481682" y="2943152"/>
                  <a:ext cx="833700" cy="33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4" name="Google Shape;454;p19"/>
                <p:cNvSpPr/>
                <p:nvPr/>
              </p:nvSpPr>
              <p:spPr>
                <a:xfrm>
                  <a:off x="2481682" y="3028497"/>
                  <a:ext cx="833700" cy="2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5" name="Google Shape;455;p19"/>
                <p:cNvSpPr/>
                <p:nvPr/>
              </p:nvSpPr>
              <p:spPr>
                <a:xfrm>
                  <a:off x="2481682" y="3113439"/>
                  <a:ext cx="833700" cy="2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19"/>
                <p:cNvSpPr/>
                <p:nvPr/>
              </p:nvSpPr>
              <p:spPr>
                <a:xfrm>
                  <a:off x="2481682" y="2898467"/>
                  <a:ext cx="833718" cy="392507"/>
                </a:xfrm>
                <a:custGeom>
                  <a:rect b="b" l="l" r="r" t="t"/>
                  <a:pathLst>
                    <a:path extrusionOk="0" h="1067" w="2266">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19"/>
                <p:cNvSpPr/>
                <p:nvPr/>
              </p:nvSpPr>
              <p:spPr>
                <a:xfrm>
                  <a:off x="2481682" y="2914972"/>
                  <a:ext cx="833718" cy="376001"/>
                </a:xfrm>
                <a:custGeom>
                  <a:rect b="b" l="l" r="r" t="t"/>
                  <a:pathLst>
                    <a:path extrusionOk="0" h="1022" w="2266">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458" name="Shape 458"/>
        <p:cNvGrpSpPr/>
        <p:nvPr/>
      </p:nvGrpSpPr>
      <p:grpSpPr>
        <a:xfrm>
          <a:off x="0" y="0"/>
          <a:ext cx="0" cy="0"/>
          <a:chOff x="0" y="0"/>
          <a:chExt cx="0" cy="0"/>
        </a:xfrm>
      </p:grpSpPr>
      <p:sp>
        <p:nvSpPr>
          <p:cNvPr id="459" name="Google Shape;459;p20"/>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460" name="Google Shape;460;p20"/>
          <p:cNvGrpSpPr/>
          <p:nvPr/>
        </p:nvGrpSpPr>
        <p:grpSpPr>
          <a:xfrm>
            <a:off x="-2517947" y="-1893567"/>
            <a:ext cx="12903983" cy="8553763"/>
            <a:chOff x="-2517947" y="-1893567"/>
            <a:chExt cx="12903983" cy="8553763"/>
          </a:xfrm>
        </p:grpSpPr>
        <p:sp>
          <p:nvSpPr>
            <p:cNvPr id="461" name="Google Shape;461;p20"/>
            <p:cNvSpPr/>
            <p:nvPr/>
          </p:nvSpPr>
          <p:spPr>
            <a:xfrm rot="-8720805">
              <a:off x="-2100858" y="-1228400"/>
              <a:ext cx="3098928" cy="2433846"/>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20"/>
            <p:cNvSpPr/>
            <p:nvPr/>
          </p:nvSpPr>
          <p:spPr>
            <a:xfrm flipH="1" rot="6952720">
              <a:off x="7556640" y="3956446"/>
              <a:ext cx="2602540" cy="2134362"/>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3" name="Google Shape;463;p20"/>
          <p:cNvGrpSpPr/>
          <p:nvPr/>
        </p:nvGrpSpPr>
        <p:grpSpPr>
          <a:xfrm>
            <a:off x="118988" y="131820"/>
            <a:ext cx="8902251" cy="3784750"/>
            <a:chOff x="118988" y="131820"/>
            <a:chExt cx="8902251" cy="3784750"/>
          </a:xfrm>
        </p:grpSpPr>
        <p:sp>
          <p:nvSpPr>
            <p:cNvPr id="464" name="Google Shape;464;p20"/>
            <p:cNvSpPr/>
            <p:nvPr/>
          </p:nvSpPr>
          <p:spPr>
            <a:xfrm>
              <a:off x="8694564" y="359417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20"/>
            <p:cNvSpPr/>
            <p:nvPr/>
          </p:nvSpPr>
          <p:spPr>
            <a:xfrm>
              <a:off x="549877" y="131820"/>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20"/>
            <p:cNvSpPr/>
            <p:nvPr/>
          </p:nvSpPr>
          <p:spPr>
            <a:xfrm>
              <a:off x="118988" y="66680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67" name="Google Shape;467;p20"/>
          <p:cNvGrpSpPr/>
          <p:nvPr/>
        </p:nvGrpSpPr>
        <p:grpSpPr>
          <a:xfrm>
            <a:off x="7778168" y="3892387"/>
            <a:ext cx="1513295" cy="1423687"/>
            <a:chOff x="7778168" y="3892387"/>
            <a:chExt cx="1513295" cy="1423687"/>
          </a:xfrm>
        </p:grpSpPr>
        <p:sp>
          <p:nvSpPr>
            <p:cNvPr id="468" name="Google Shape;468;p20"/>
            <p:cNvSpPr/>
            <p:nvPr/>
          </p:nvSpPr>
          <p:spPr>
            <a:xfrm>
              <a:off x="7778168" y="4557704"/>
              <a:ext cx="259260" cy="42763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69" name="Google Shape;469;p20"/>
            <p:cNvGrpSpPr/>
            <p:nvPr/>
          </p:nvGrpSpPr>
          <p:grpSpPr>
            <a:xfrm rot="-1568729">
              <a:off x="8162195" y="4038923"/>
              <a:ext cx="927622" cy="1130616"/>
              <a:chOff x="3622704" y="2258128"/>
              <a:chExt cx="751947" cy="916497"/>
            </a:xfrm>
          </p:grpSpPr>
          <p:sp>
            <p:nvSpPr>
              <p:cNvPr id="470" name="Google Shape;470;p20"/>
              <p:cNvSpPr/>
              <p:nvPr/>
            </p:nvSpPr>
            <p:spPr>
              <a:xfrm>
                <a:off x="3622704" y="2258128"/>
                <a:ext cx="751947" cy="916497"/>
              </a:xfrm>
              <a:custGeom>
                <a:rect b="b" l="l" r="r" t="t"/>
                <a:pathLst>
                  <a:path extrusionOk="0" h="958" w="786">
                    <a:moveTo>
                      <a:pt x="637" y="958"/>
                    </a:moveTo>
                    <a:lnTo>
                      <a:pt x="0" y="847"/>
                    </a:lnTo>
                    <a:lnTo>
                      <a:pt x="149" y="0"/>
                    </a:lnTo>
                    <a:lnTo>
                      <a:pt x="786" y="112"/>
                    </a:lnTo>
                    <a:lnTo>
                      <a:pt x="637" y="958"/>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20"/>
              <p:cNvSpPr/>
              <p:nvPr/>
            </p:nvSpPr>
            <p:spPr>
              <a:xfrm>
                <a:off x="3689671" y="2305962"/>
                <a:ext cx="617100" cy="8220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20"/>
              <p:cNvSpPr/>
              <p:nvPr/>
            </p:nvSpPr>
            <p:spPr>
              <a:xfrm>
                <a:off x="3739418" y="2649409"/>
                <a:ext cx="534900" cy="13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20"/>
              <p:cNvSpPr/>
              <p:nvPr/>
            </p:nvSpPr>
            <p:spPr>
              <a:xfrm>
                <a:off x="3739418" y="2693416"/>
                <a:ext cx="534900" cy="13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20"/>
              <p:cNvSpPr/>
              <p:nvPr/>
            </p:nvSpPr>
            <p:spPr>
              <a:xfrm>
                <a:off x="3739418" y="2736466"/>
                <a:ext cx="534900" cy="14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20"/>
              <p:cNvSpPr/>
              <p:nvPr/>
            </p:nvSpPr>
            <p:spPr>
              <a:xfrm>
                <a:off x="3739418" y="2780473"/>
                <a:ext cx="309000" cy="14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20"/>
              <p:cNvSpPr/>
              <p:nvPr/>
            </p:nvSpPr>
            <p:spPr>
              <a:xfrm>
                <a:off x="3739418" y="2824481"/>
                <a:ext cx="309000" cy="13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20"/>
              <p:cNvSpPr/>
              <p:nvPr/>
            </p:nvSpPr>
            <p:spPr>
              <a:xfrm>
                <a:off x="3737505" y="2387280"/>
                <a:ext cx="204600" cy="204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20"/>
              <p:cNvSpPr/>
              <p:nvPr/>
            </p:nvSpPr>
            <p:spPr>
              <a:xfrm>
                <a:off x="3726981" y="2377713"/>
                <a:ext cx="224819" cy="223862"/>
              </a:xfrm>
              <a:custGeom>
                <a:rect b="b" l="l" r="r" t="t"/>
                <a:pathLst>
                  <a:path extrusionOk="0" h="257" w="257">
                    <a:moveTo>
                      <a:pt x="129" y="257"/>
                    </a:moveTo>
                    <a:cubicBezTo>
                      <a:pt x="58" y="257"/>
                      <a:pt x="0" y="199"/>
                      <a:pt x="0" y="128"/>
                    </a:cubicBezTo>
                    <a:cubicBezTo>
                      <a:pt x="0" y="58"/>
                      <a:pt x="58" y="0"/>
                      <a:pt x="129" y="0"/>
                    </a:cubicBezTo>
                    <a:cubicBezTo>
                      <a:pt x="200" y="0"/>
                      <a:pt x="257" y="58"/>
                      <a:pt x="257" y="128"/>
                    </a:cubicBezTo>
                    <a:cubicBezTo>
                      <a:pt x="257" y="135"/>
                      <a:pt x="252" y="140"/>
                      <a:pt x="246" y="140"/>
                    </a:cubicBezTo>
                    <a:cubicBezTo>
                      <a:pt x="240" y="140"/>
                      <a:pt x="234" y="135"/>
                      <a:pt x="234" y="128"/>
                    </a:cubicBezTo>
                    <a:cubicBezTo>
                      <a:pt x="234" y="70"/>
                      <a:pt x="187" y="23"/>
                      <a:pt x="129" y="23"/>
                    </a:cubicBezTo>
                    <a:cubicBezTo>
                      <a:pt x="71" y="23"/>
                      <a:pt x="23" y="70"/>
                      <a:pt x="23" y="128"/>
                    </a:cubicBezTo>
                    <a:cubicBezTo>
                      <a:pt x="23" y="187"/>
                      <a:pt x="71" y="234"/>
                      <a:pt x="129" y="234"/>
                    </a:cubicBezTo>
                    <a:cubicBezTo>
                      <a:pt x="135" y="234"/>
                      <a:pt x="140" y="239"/>
                      <a:pt x="140" y="245"/>
                    </a:cubicBezTo>
                    <a:cubicBezTo>
                      <a:pt x="140" y="252"/>
                      <a:pt x="135" y="257"/>
                      <a:pt x="129" y="257"/>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20"/>
              <p:cNvSpPr/>
              <p:nvPr/>
            </p:nvSpPr>
            <p:spPr>
              <a:xfrm>
                <a:off x="3774815" y="2425547"/>
                <a:ext cx="130200" cy="128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20"/>
              <p:cNvSpPr/>
              <p:nvPr/>
            </p:nvSpPr>
            <p:spPr>
              <a:xfrm>
                <a:off x="3977630" y="2377713"/>
                <a:ext cx="296400" cy="13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20"/>
              <p:cNvSpPr/>
              <p:nvPr/>
            </p:nvSpPr>
            <p:spPr>
              <a:xfrm>
                <a:off x="3977630" y="2421720"/>
                <a:ext cx="296400" cy="14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20"/>
              <p:cNvSpPr/>
              <p:nvPr/>
            </p:nvSpPr>
            <p:spPr>
              <a:xfrm>
                <a:off x="3977630" y="2465727"/>
                <a:ext cx="296400" cy="13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20"/>
              <p:cNvSpPr/>
              <p:nvPr/>
            </p:nvSpPr>
            <p:spPr>
              <a:xfrm>
                <a:off x="3977630" y="2509734"/>
                <a:ext cx="213300" cy="14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20"/>
              <p:cNvSpPr/>
              <p:nvPr/>
            </p:nvSpPr>
            <p:spPr>
              <a:xfrm>
                <a:off x="3977630" y="2554698"/>
                <a:ext cx="213300" cy="144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20"/>
              <p:cNvSpPr/>
              <p:nvPr/>
            </p:nvSpPr>
            <p:spPr>
              <a:xfrm>
                <a:off x="3850392" y="2884751"/>
                <a:ext cx="115800" cy="7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20"/>
              <p:cNvSpPr/>
              <p:nvPr/>
            </p:nvSpPr>
            <p:spPr>
              <a:xfrm>
                <a:off x="3850392" y="2908668"/>
                <a:ext cx="115800" cy="8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20"/>
              <p:cNvSpPr/>
              <p:nvPr/>
            </p:nvSpPr>
            <p:spPr>
              <a:xfrm>
                <a:off x="3850392" y="2932585"/>
                <a:ext cx="83100" cy="7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20"/>
              <p:cNvSpPr/>
              <p:nvPr/>
            </p:nvSpPr>
            <p:spPr>
              <a:xfrm>
                <a:off x="3739418" y="2884751"/>
                <a:ext cx="79500" cy="795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20"/>
              <p:cNvSpPr/>
              <p:nvPr/>
            </p:nvSpPr>
            <p:spPr>
              <a:xfrm>
                <a:off x="4159398" y="2884751"/>
                <a:ext cx="114900" cy="7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20"/>
              <p:cNvSpPr/>
              <p:nvPr/>
            </p:nvSpPr>
            <p:spPr>
              <a:xfrm>
                <a:off x="4159398" y="2908668"/>
                <a:ext cx="114900" cy="8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20"/>
              <p:cNvSpPr/>
              <p:nvPr/>
            </p:nvSpPr>
            <p:spPr>
              <a:xfrm>
                <a:off x="4159398" y="2932585"/>
                <a:ext cx="83100" cy="7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20"/>
              <p:cNvSpPr/>
              <p:nvPr/>
            </p:nvSpPr>
            <p:spPr>
              <a:xfrm>
                <a:off x="4048424" y="2884751"/>
                <a:ext cx="79500" cy="79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3" name="Google Shape;493;p20"/>
              <p:cNvSpPr/>
              <p:nvPr/>
            </p:nvSpPr>
            <p:spPr>
              <a:xfrm>
                <a:off x="3850392" y="2996682"/>
                <a:ext cx="115800" cy="7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20"/>
              <p:cNvSpPr/>
              <p:nvPr/>
            </p:nvSpPr>
            <p:spPr>
              <a:xfrm>
                <a:off x="3850392" y="3020599"/>
                <a:ext cx="115800" cy="8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20"/>
              <p:cNvSpPr/>
              <p:nvPr/>
            </p:nvSpPr>
            <p:spPr>
              <a:xfrm>
                <a:off x="3850392" y="3045473"/>
                <a:ext cx="83100" cy="66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20"/>
              <p:cNvSpPr/>
              <p:nvPr/>
            </p:nvSpPr>
            <p:spPr>
              <a:xfrm>
                <a:off x="3739418" y="2996682"/>
                <a:ext cx="79500" cy="79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20"/>
              <p:cNvSpPr/>
              <p:nvPr/>
            </p:nvSpPr>
            <p:spPr>
              <a:xfrm>
                <a:off x="4159398" y="2996682"/>
                <a:ext cx="114900" cy="7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20"/>
              <p:cNvSpPr/>
              <p:nvPr/>
            </p:nvSpPr>
            <p:spPr>
              <a:xfrm>
                <a:off x="4159398" y="3020599"/>
                <a:ext cx="114900" cy="8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20"/>
              <p:cNvSpPr/>
              <p:nvPr/>
            </p:nvSpPr>
            <p:spPr>
              <a:xfrm>
                <a:off x="4159398" y="3045473"/>
                <a:ext cx="83100" cy="66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20"/>
              <p:cNvSpPr/>
              <p:nvPr/>
            </p:nvSpPr>
            <p:spPr>
              <a:xfrm>
                <a:off x="4048424" y="2996682"/>
                <a:ext cx="79500" cy="795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501" name="Shape 501"/>
        <p:cNvGrpSpPr/>
        <p:nvPr/>
      </p:nvGrpSpPr>
      <p:grpSpPr>
        <a:xfrm>
          <a:off x="0" y="0"/>
          <a:ext cx="0" cy="0"/>
          <a:chOff x="0" y="0"/>
          <a:chExt cx="0" cy="0"/>
        </a:xfrm>
      </p:grpSpPr>
      <p:grpSp>
        <p:nvGrpSpPr>
          <p:cNvPr id="502" name="Google Shape;502;p21"/>
          <p:cNvGrpSpPr/>
          <p:nvPr/>
        </p:nvGrpSpPr>
        <p:grpSpPr>
          <a:xfrm>
            <a:off x="-1830171" y="-3026103"/>
            <a:ext cx="12553533" cy="10802628"/>
            <a:chOff x="-1830171" y="-3026103"/>
            <a:chExt cx="12553533" cy="10802628"/>
          </a:xfrm>
        </p:grpSpPr>
        <p:sp>
          <p:nvSpPr>
            <p:cNvPr id="503" name="Google Shape;503;p21"/>
            <p:cNvSpPr/>
            <p:nvPr/>
          </p:nvSpPr>
          <p:spPr>
            <a:xfrm rot="-8306489">
              <a:off x="-1335943" y="4230903"/>
              <a:ext cx="3381355" cy="2773073"/>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21"/>
            <p:cNvSpPr/>
            <p:nvPr/>
          </p:nvSpPr>
          <p:spPr>
            <a:xfrm rot="-2526298">
              <a:off x="3261380" y="-2302624"/>
              <a:ext cx="3213799" cy="2742785"/>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21"/>
            <p:cNvSpPr/>
            <p:nvPr/>
          </p:nvSpPr>
          <p:spPr>
            <a:xfrm rot="7128936">
              <a:off x="4743736" y="-769468"/>
              <a:ext cx="5631417" cy="4125872"/>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06" name="Google Shape;506;p21"/>
          <p:cNvSpPr txBox="1"/>
          <p:nvPr>
            <p:ph type="title"/>
          </p:nvPr>
        </p:nvSpPr>
        <p:spPr>
          <a:xfrm>
            <a:off x="713263" y="677525"/>
            <a:ext cx="44481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2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507" name="Google Shape;507;p21"/>
          <p:cNvSpPr txBox="1"/>
          <p:nvPr>
            <p:ph idx="1" type="subTitle"/>
          </p:nvPr>
        </p:nvSpPr>
        <p:spPr>
          <a:xfrm>
            <a:off x="713225" y="1841450"/>
            <a:ext cx="4448100" cy="10587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8" name="Google Shape;508;p21"/>
          <p:cNvSpPr txBox="1"/>
          <p:nvPr/>
        </p:nvSpPr>
        <p:spPr>
          <a:xfrm>
            <a:off x="713225" y="3611950"/>
            <a:ext cx="4945800" cy="556200"/>
          </a:xfrm>
          <a:prstGeom prst="rect">
            <a:avLst/>
          </a:prstGeom>
          <a:noFill/>
          <a:ln>
            <a:noFill/>
          </a:ln>
        </p:spPr>
        <p:txBody>
          <a:bodyPr anchorCtr="0" anchor="t" bIns="91425" lIns="91425" spcFirstLastPara="1" rIns="91425" wrap="square" tIns="91425">
            <a:noAutofit/>
          </a:bodyPr>
          <a:lstStyle/>
          <a:p>
            <a:pPr indent="0" lvl="0" marL="0" rtl="0" algn="l">
              <a:spcBef>
                <a:spcPts val="300"/>
              </a:spcBef>
              <a:spcAft>
                <a:spcPts val="0"/>
              </a:spcAft>
              <a:buNone/>
            </a:pPr>
            <a:r>
              <a:rPr b="1" lang="en" sz="1200">
                <a:solidFill>
                  <a:schemeClr val="dk1"/>
                </a:solidFill>
                <a:latin typeface="DM Sans"/>
                <a:ea typeface="DM Sans"/>
                <a:cs typeface="DM Sans"/>
                <a:sym typeface="DM Sans"/>
              </a:rPr>
              <a:t>CREDITS:</a:t>
            </a:r>
            <a:r>
              <a:rPr lang="en" sz="1200">
                <a:solidFill>
                  <a:schemeClr val="dk1"/>
                </a:solidFill>
                <a:latin typeface="DM Sans"/>
                <a:ea typeface="DM Sans"/>
                <a:cs typeface="DM Sans"/>
                <a:sym typeface="DM Sans"/>
              </a:rPr>
              <a:t> This presentation template was created by </a:t>
            </a:r>
            <a:r>
              <a:rPr b="1" lang="en" sz="1200" u="sng">
                <a:solidFill>
                  <a:schemeClr val="dk1"/>
                </a:solidFill>
                <a:latin typeface="DM Sans"/>
                <a:ea typeface="DM Sans"/>
                <a:cs typeface="DM Sans"/>
                <a:sym typeface="DM Sans"/>
                <a:hlinkClick r:id="rId2">
                  <a:extLst>
                    <a:ext uri="{A12FA001-AC4F-418D-AE19-62706E023703}">
                      <ahyp:hlinkClr val="tx"/>
                    </a:ext>
                  </a:extLst>
                </a:hlinkClick>
              </a:rPr>
              <a:t>Slidesgo</a:t>
            </a:r>
            <a:r>
              <a:rPr lang="en" sz="1200">
                <a:solidFill>
                  <a:schemeClr val="dk1"/>
                </a:solidFill>
                <a:latin typeface="DM Sans"/>
                <a:ea typeface="DM Sans"/>
                <a:cs typeface="DM Sans"/>
                <a:sym typeface="DM Sans"/>
              </a:rPr>
              <a:t>, and includes icons by </a:t>
            </a:r>
            <a:r>
              <a:rPr b="1" lang="en" sz="1200" u="sng">
                <a:solidFill>
                  <a:schemeClr val="dk1"/>
                </a:solidFill>
                <a:latin typeface="DM Sans"/>
                <a:ea typeface="DM Sans"/>
                <a:cs typeface="DM Sans"/>
                <a:sym typeface="DM Sans"/>
                <a:hlinkClick r:id="rId3">
                  <a:extLst>
                    <a:ext uri="{A12FA001-AC4F-418D-AE19-62706E023703}">
                      <ahyp:hlinkClr val="tx"/>
                    </a:ext>
                  </a:extLst>
                </a:hlinkClick>
              </a:rPr>
              <a:t>Flaticon</a:t>
            </a:r>
            <a:r>
              <a:rPr lang="en" sz="1200">
                <a:solidFill>
                  <a:schemeClr val="dk1"/>
                </a:solidFill>
                <a:latin typeface="DM Sans"/>
                <a:ea typeface="DM Sans"/>
                <a:cs typeface="DM Sans"/>
                <a:sym typeface="DM Sans"/>
              </a:rPr>
              <a:t>, and infographics &amp; images by </a:t>
            </a:r>
            <a:r>
              <a:rPr b="1" lang="en" sz="1200" u="sng">
                <a:solidFill>
                  <a:schemeClr val="dk1"/>
                </a:solidFill>
                <a:latin typeface="DM Sans"/>
                <a:ea typeface="DM Sans"/>
                <a:cs typeface="DM Sans"/>
                <a:sym typeface="DM Sans"/>
                <a:hlinkClick r:id="rId4">
                  <a:extLst>
                    <a:ext uri="{A12FA001-AC4F-418D-AE19-62706E023703}">
                      <ahyp:hlinkClr val="tx"/>
                    </a:ext>
                  </a:extLst>
                </a:hlinkClick>
              </a:rPr>
              <a:t>Freepik</a:t>
            </a:r>
            <a:r>
              <a:rPr lang="en" sz="1200" u="sng">
                <a:solidFill>
                  <a:schemeClr val="dk1"/>
                </a:solidFill>
                <a:latin typeface="DM Sans"/>
                <a:ea typeface="DM Sans"/>
                <a:cs typeface="DM Sans"/>
                <a:sym typeface="DM Sans"/>
              </a:rPr>
              <a:t> </a:t>
            </a:r>
            <a:endParaRPr b="1" sz="1200" u="sng">
              <a:solidFill>
                <a:schemeClr val="dk1"/>
              </a:solidFill>
              <a:latin typeface="DM Sans"/>
              <a:ea typeface="DM Sans"/>
              <a:cs typeface="DM Sans"/>
              <a:sym typeface="DM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509" name="Shape 509"/>
        <p:cNvGrpSpPr/>
        <p:nvPr/>
      </p:nvGrpSpPr>
      <p:grpSpPr>
        <a:xfrm>
          <a:off x="0" y="0"/>
          <a:ext cx="0" cy="0"/>
          <a:chOff x="0" y="0"/>
          <a:chExt cx="0" cy="0"/>
        </a:xfrm>
      </p:grpSpPr>
      <p:grpSp>
        <p:nvGrpSpPr>
          <p:cNvPr id="510" name="Google Shape;510;p22"/>
          <p:cNvGrpSpPr/>
          <p:nvPr/>
        </p:nvGrpSpPr>
        <p:grpSpPr>
          <a:xfrm>
            <a:off x="-2106233" y="-952769"/>
            <a:ext cx="12545486" cy="8509944"/>
            <a:chOff x="-2106233" y="-952769"/>
            <a:chExt cx="12545486" cy="8509944"/>
          </a:xfrm>
        </p:grpSpPr>
        <p:sp>
          <p:nvSpPr>
            <p:cNvPr id="511" name="Google Shape;511;p22"/>
            <p:cNvSpPr/>
            <p:nvPr/>
          </p:nvSpPr>
          <p:spPr>
            <a:xfrm flipH="1" rot="7341459">
              <a:off x="-1767562" y="4061175"/>
              <a:ext cx="3409980" cy="2678150"/>
            </a:xfrm>
            <a:custGeom>
              <a:rect b="b" l="l" r="r" t="t"/>
              <a:pathLst>
                <a:path extrusionOk="0" h="3197" w="4074">
                  <a:moveTo>
                    <a:pt x="3983" y="2497"/>
                  </a:moveTo>
                  <a:cubicBezTo>
                    <a:pt x="3980" y="2523"/>
                    <a:pt x="3975" y="2548"/>
                    <a:pt x="3968" y="2571"/>
                  </a:cubicBezTo>
                  <a:cubicBezTo>
                    <a:pt x="3966" y="2580"/>
                    <a:pt x="3964" y="2587"/>
                    <a:pt x="3962" y="2595"/>
                  </a:cubicBezTo>
                  <a:cubicBezTo>
                    <a:pt x="3771" y="3197"/>
                    <a:pt x="2600" y="3016"/>
                    <a:pt x="1861" y="2994"/>
                  </a:cubicBezTo>
                  <a:cubicBezTo>
                    <a:pt x="1433" y="2981"/>
                    <a:pt x="1481" y="3003"/>
                    <a:pt x="760" y="3052"/>
                  </a:cubicBezTo>
                  <a:cubicBezTo>
                    <a:pt x="197" y="3090"/>
                    <a:pt x="0" y="2833"/>
                    <a:pt x="22" y="2597"/>
                  </a:cubicBezTo>
                  <a:cubicBezTo>
                    <a:pt x="23" y="2587"/>
                    <a:pt x="24" y="2577"/>
                    <a:pt x="26" y="2568"/>
                  </a:cubicBezTo>
                  <a:cubicBezTo>
                    <a:pt x="36" y="2512"/>
                    <a:pt x="57" y="2458"/>
                    <a:pt x="89" y="2410"/>
                  </a:cubicBezTo>
                  <a:cubicBezTo>
                    <a:pt x="258" y="2153"/>
                    <a:pt x="362" y="2068"/>
                    <a:pt x="212" y="1184"/>
                  </a:cubicBezTo>
                  <a:cubicBezTo>
                    <a:pt x="61" y="301"/>
                    <a:pt x="599" y="342"/>
                    <a:pt x="1170" y="540"/>
                  </a:cubicBezTo>
                  <a:cubicBezTo>
                    <a:pt x="1742" y="737"/>
                    <a:pt x="2080" y="47"/>
                    <a:pt x="2797" y="24"/>
                  </a:cubicBezTo>
                  <a:cubicBezTo>
                    <a:pt x="3515" y="0"/>
                    <a:pt x="3528" y="537"/>
                    <a:pt x="3400" y="1116"/>
                  </a:cubicBezTo>
                  <a:cubicBezTo>
                    <a:pt x="3273" y="1695"/>
                    <a:pt x="4074" y="1779"/>
                    <a:pt x="3983" y="2497"/>
                  </a:cubicBezTo>
                  <a:close/>
                </a:path>
              </a:pathLst>
            </a:custGeom>
            <a:solidFill>
              <a:srgbClr val="CBDDFA">
                <a:alpha val="3924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22"/>
            <p:cNvSpPr/>
            <p:nvPr/>
          </p:nvSpPr>
          <p:spPr>
            <a:xfrm rot="10245665">
              <a:off x="8058163" y="-784291"/>
              <a:ext cx="2247692" cy="1843349"/>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3" name="Google Shape;513;p22"/>
          <p:cNvGrpSpPr/>
          <p:nvPr/>
        </p:nvGrpSpPr>
        <p:grpSpPr>
          <a:xfrm>
            <a:off x="1087005" y="172450"/>
            <a:ext cx="7905012" cy="4753945"/>
            <a:chOff x="1087005" y="172450"/>
            <a:chExt cx="7905012" cy="4753945"/>
          </a:xfrm>
        </p:grpSpPr>
        <p:sp>
          <p:nvSpPr>
            <p:cNvPr id="514" name="Google Shape;514;p22"/>
            <p:cNvSpPr/>
            <p:nvPr/>
          </p:nvSpPr>
          <p:spPr>
            <a:xfrm flipH="1">
              <a:off x="1087005" y="46039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22"/>
            <p:cNvSpPr/>
            <p:nvPr/>
          </p:nvSpPr>
          <p:spPr>
            <a:xfrm flipH="1">
              <a:off x="8665343" y="770495"/>
              <a:ext cx="326675" cy="32240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22"/>
            <p:cNvSpPr/>
            <p:nvPr/>
          </p:nvSpPr>
          <p:spPr>
            <a:xfrm flipH="1">
              <a:off x="8430782" y="172450"/>
              <a:ext cx="184575" cy="18215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17" name="Google Shape;517;p22"/>
          <p:cNvGrpSpPr/>
          <p:nvPr/>
        </p:nvGrpSpPr>
        <p:grpSpPr>
          <a:xfrm>
            <a:off x="-335165" y="3759862"/>
            <a:ext cx="1253120" cy="1142272"/>
            <a:chOff x="-335165" y="3759862"/>
            <a:chExt cx="1253120" cy="1142272"/>
          </a:xfrm>
        </p:grpSpPr>
        <p:grpSp>
          <p:nvGrpSpPr>
            <p:cNvPr id="518" name="Google Shape;518;p22"/>
            <p:cNvGrpSpPr/>
            <p:nvPr/>
          </p:nvGrpSpPr>
          <p:grpSpPr>
            <a:xfrm flipH="1">
              <a:off x="510249" y="4497559"/>
              <a:ext cx="407706" cy="388498"/>
              <a:chOff x="2884583" y="645291"/>
              <a:chExt cx="285089" cy="271696"/>
            </a:xfrm>
          </p:grpSpPr>
          <p:sp>
            <p:nvSpPr>
              <p:cNvPr id="519" name="Google Shape;519;p22"/>
              <p:cNvSpPr/>
              <p:nvPr/>
            </p:nvSpPr>
            <p:spPr>
              <a:xfrm>
                <a:off x="2905629" y="652944"/>
                <a:ext cx="264042" cy="264042"/>
              </a:xfrm>
              <a:custGeom>
                <a:rect b="b" l="l" r="r" t="t"/>
                <a:pathLst>
                  <a:path extrusionOk="0" h="301" w="302">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22"/>
              <p:cNvSpPr/>
              <p:nvPr/>
            </p:nvSpPr>
            <p:spPr>
              <a:xfrm>
                <a:off x="2884583" y="645291"/>
                <a:ext cx="130108" cy="123412"/>
              </a:xfrm>
              <a:custGeom>
                <a:rect b="b" l="l" r="r" t="t"/>
                <a:pathLst>
                  <a:path extrusionOk="0" h="141" w="149">
                    <a:moveTo>
                      <a:pt x="0" y="116"/>
                    </a:moveTo>
                    <a:cubicBezTo>
                      <a:pt x="9" y="63"/>
                      <a:pt x="45" y="20"/>
                      <a:pt x="93" y="0"/>
                    </a:cubicBezTo>
                    <a:cubicBezTo>
                      <a:pt x="149" y="141"/>
                      <a:pt x="149" y="141"/>
                      <a:pt x="149" y="141"/>
                    </a:cubicBezTo>
                    <a:lnTo>
                      <a:pt x="0" y="116"/>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21" name="Google Shape;521;p22"/>
            <p:cNvGrpSpPr/>
            <p:nvPr/>
          </p:nvGrpSpPr>
          <p:grpSpPr>
            <a:xfrm>
              <a:off x="-335165" y="3759862"/>
              <a:ext cx="676370" cy="1142272"/>
              <a:chOff x="2757910" y="1240337"/>
              <a:chExt cx="676370" cy="1142272"/>
            </a:xfrm>
          </p:grpSpPr>
          <p:sp>
            <p:nvSpPr>
              <p:cNvPr id="522" name="Google Shape;522;p22"/>
              <p:cNvSpPr/>
              <p:nvPr/>
            </p:nvSpPr>
            <p:spPr>
              <a:xfrm>
                <a:off x="2757910" y="1240337"/>
                <a:ext cx="676370" cy="870576"/>
              </a:xfrm>
              <a:custGeom>
                <a:rect b="b" l="l" r="r" t="t"/>
                <a:pathLst>
                  <a:path extrusionOk="0" h="996" w="774">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22"/>
              <p:cNvSpPr/>
              <p:nvPr/>
            </p:nvSpPr>
            <p:spPr>
              <a:xfrm>
                <a:off x="2940636" y="2078385"/>
                <a:ext cx="320487" cy="227689"/>
              </a:xfrm>
              <a:custGeom>
                <a:rect b="b" l="l" r="r" t="t"/>
                <a:pathLst>
                  <a:path extrusionOk="0" h="238" w="335">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22"/>
              <p:cNvSpPr/>
              <p:nvPr/>
            </p:nvSpPr>
            <p:spPr>
              <a:xfrm>
                <a:off x="2924372" y="1697628"/>
                <a:ext cx="322400" cy="369276"/>
              </a:xfrm>
              <a:custGeom>
                <a:rect b="b" l="l" r="r" t="t"/>
                <a:pathLst>
                  <a:path extrusionOk="0" h="422" w="369">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22"/>
              <p:cNvSpPr/>
              <p:nvPr/>
            </p:nvSpPr>
            <p:spPr>
              <a:xfrm>
                <a:off x="2942549" y="1733025"/>
                <a:ext cx="304223" cy="323357"/>
              </a:xfrm>
              <a:custGeom>
                <a:rect b="b" l="l" r="r" t="t"/>
                <a:pathLst>
                  <a:path extrusionOk="0" h="369" w="348">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22"/>
              <p:cNvSpPr/>
              <p:nvPr/>
            </p:nvSpPr>
            <p:spPr>
              <a:xfrm>
                <a:off x="2904282" y="2056382"/>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22"/>
              <p:cNvSpPr/>
              <p:nvPr/>
            </p:nvSpPr>
            <p:spPr>
              <a:xfrm>
                <a:off x="2904282" y="2118566"/>
                <a:ext cx="393194" cy="41137"/>
              </a:xfrm>
              <a:custGeom>
                <a:rect b="b" l="l" r="r" t="t"/>
                <a:pathLst>
                  <a:path extrusionOk="0" h="47" w="45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22"/>
              <p:cNvSpPr/>
              <p:nvPr/>
            </p:nvSpPr>
            <p:spPr>
              <a:xfrm>
                <a:off x="2904282" y="2181706"/>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22"/>
              <p:cNvSpPr/>
              <p:nvPr/>
            </p:nvSpPr>
            <p:spPr>
              <a:xfrm>
                <a:off x="3026737" y="2306074"/>
                <a:ext cx="148285" cy="76534"/>
              </a:xfrm>
              <a:custGeom>
                <a:rect b="b" l="l" r="r" t="t"/>
                <a:pathLst>
                  <a:path extrusionOk="0" h="87" w="17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530" name="Shape 530"/>
        <p:cNvGrpSpPr/>
        <p:nvPr/>
      </p:nvGrpSpPr>
      <p:grpSpPr>
        <a:xfrm>
          <a:off x="0" y="0"/>
          <a:ext cx="0" cy="0"/>
          <a:chOff x="0" y="0"/>
          <a:chExt cx="0" cy="0"/>
        </a:xfrm>
      </p:grpSpPr>
      <p:grpSp>
        <p:nvGrpSpPr>
          <p:cNvPr id="531" name="Google Shape;531;p23"/>
          <p:cNvGrpSpPr/>
          <p:nvPr/>
        </p:nvGrpSpPr>
        <p:grpSpPr>
          <a:xfrm>
            <a:off x="-2000071" y="-3048428"/>
            <a:ext cx="12973783" cy="11115125"/>
            <a:chOff x="-2000071" y="-3048428"/>
            <a:chExt cx="12973783" cy="11115125"/>
          </a:xfrm>
        </p:grpSpPr>
        <p:sp>
          <p:nvSpPr>
            <p:cNvPr id="532" name="Google Shape;532;p23"/>
            <p:cNvSpPr/>
            <p:nvPr/>
          </p:nvSpPr>
          <p:spPr>
            <a:xfrm rot="-8306489">
              <a:off x="-1505843" y="3814578"/>
              <a:ext cx="3381355" cy="2773073"/>
            </a:xfrm>
            <a:custGeom>
              <a:rect b="b" l="l" r="r" t="t"/>
              <a:pathLst>
                <a:path extrusionOk="0" h="1345239" w="1640321">
                  <a:moveTo>
                    <a:pt x="263650" y="158105"/>
                  </a:moveTo>
                  <a:cubicBezTo>
                    <a:pt x="99775" y="297301"/>
                    <a:pt x="5701" y="511268"/>
                    <a:pt x="244" y="726212"/>
                  </a:cubicBezTo>
                  <a:cubicBezTo>
                    <a:pt x="-4399" y="909064"/>
                    <a:pt x="57096" y="1099248"/>
                    <a:pt x="192301" y="1222480"/>
                  </a:cubicBezTo>
                  <a:cubicBezTo>
                    <a:pt x="327506" y="1345712"/>
                    <a:pt x="541472" y="1387007"/>
                    <a:pt x="700216" y="1296028"/>
                  </a:cubicBezTo>
                  <a:cubicBezTo>
                    <a:pt x="819620" y="1227611"/>
                    <a:pt x="899277" y="1095338"/>
                    <a:pt x="1029677" y="1051274"/>
                  </a:cubicBezTo>
                  <a:cubicBezTo>
                    <a:pt x="1110719" y="1023907"/>
                    <a:pt x="1198847" y="1035229"/>
                    <a:pt x="1284205" y="1041419"/>
                  </a:cubicBezTo>
                  <a:cubicBezTo>
                    <a:pt x="1369482" y="1047527"/>
                    <a:pt x="1461112" y="1046550"/>
                    <a:pt x="1532462" y="999391"/>
                  </a:cubicBezTo>
                  <a:cubicBezTo>
                    <a:pt x="1628083" y="936105"/>
                    <a:pt x="1658626" y="803344"/>
                    <a:pt x="1630037" y="692247"/>
                  </a:cubicBezTo>
                  <a:cubicBezTo>
                    <a:pt x="1601530" y="581232"/>
                    <a:pt x="1525457" y="488706"/>
                    <a:pt x="1443845" y="408235"/>
                  </a:cubicBezTo>
                  <a:cubicBezTo>
                    <a:pt x="1213915" y="181562"/>
                    <a:pt x="880137" y="-67508"/>
                    <a:pt x="540576" y="16791"/>
                  </a:cubicBezTo>
                  <a:cubicBezTo>
                    <a:pt x="439172" y="42040"/>
                    <a:pt x="343389" y="90421"/>
                    <a:pt x="263650" y="158105"/>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3" name="Google Shape;533;p23"/>
            <p:cNvSpPr/>
            <p:nvPr/>
          </p:nvSpPr>
          <p:spPr>
            <a:xfrm rot="-2526298">
              <a:off x="3963480" y="-2324949"/>
              <a:ext cx="3213799" cy="2742785"/>
            </a:xfrm>
            <a:custGeom>
              <a:rect b="b" l="l" r="r" t="t"/>
              <a:pathLst>
                <a:path extrusionOk="0" h="1263926" w="1480978">
                  <a:moveTo>
                    <a:pt x="448644" y="41059"/>
                  </a:moveTo>
                  <a:cubicBezTo>
                    <a:pt x="132459" y="160545"/>
                    <a:pt x="-63263" y="534477"/>
                    <a:pt x="18674" y="862391"/>
                  </a:cubicBezTo>
                  <a:cubicBezTo>
                    <a:pt x="50440" y="989451"/>
                    <a:pt x="121056" y="1109506"/>
                    <a:pt x="227835" y="1185417"/>
                  </a:cubicBezTo>
                  <a:cubicBezTo>
                    <a:pt x="334615" y="1261327"/>
                    <a:pt x="479105" y="1287961"/>
                    <a:pt x="600872" y="1239581"/>
                  </a:cubicBezTo>
                  <a:cubicBezTo>
                    <a:pt x="717344" y="1193236"/>
                    <a:pt x="810928" y="1083362"/>
                    <a:pt x="936115" y="1078230"/>
                  </a:cubicBezTo>
                  <a:cubicBezTo>
                    <a:pt x="1040696" y="1073913"/>
                    <a:pt x="1137131" y="1146077"/>
                    <a:pt x="1241712" y="1141190"/>
                  </a:cubicBezTo>
                  <a:cubicBezTo>
                    <a:pt x="1392148" y="1134267"/>
                    <a:pt x="1491841" y="964364"/>
                    <a:pt x="1480031" y="814173"/>
                  </a:cubicBezTo>
                  <a:cubicBezTo>
                    <a:pt x="1468547" y="668461"/>
                    <a:pt x="1377080" y="566894"/>
                    <a:pt x="1324382" y="437553"/>
                  </a:cubicBezTo>
                  <a:cubicBezTo>
                    <a:pt x="1279993" y="328574"/>
                    <a:pt x="1243911" y="248429"/>
                    <a:pt x="1148860" y="169749"/>
                  </a:cubicBezTo>
                  <a:cubicBezTo>
                    <a:pt x="958514" y="12145"/>
                    <a:pt x="682483" y="-47313"/>
                    <a:pt x="448644" y="4105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23"/>
            <p:cNvSpPr/>
            <p:nvPr/>
          </p:nvSpPr>
          <p:spPr>
            <a:xfrm rot="7128936">
              <a:off x="4994086" y="2541069"/>
              <a:ext cx="5631417" cy="4125872"/>
            </a:xfrm>
            <a:custGeom>
              <a:rect b="b" l="l" r="r" t="t"/>
              <a:pathLst>
                <a:path extrusionOk="0" h="397857" w="616186">
                  <a:moveTo>
                    <a:pt x="313618" y="7724"/>
                  </a:moveTo>
                  <a:cubicBezTo>
                    <a:pt x="247889" y="-5144"/>
                    <a:pt x="177517" y="-3516"/>
                    <a:pt x="116756" y="24747"/>
                  </a:cubicBezTo>
                  <a:cubicBezTo>
                    <a:pt x="56077" y="53010"/>
                    <a:pt x="6963" y="110839"/>
                    <a:pt x="610" y="177546"/>
                  </a:cubicBezTo>
                  <a:cubicBezTo>
                    <a:pt x="-5743" y="244171"/>
                    <a:pt x="38158" y="315439"/>
                    <a:pt x="103561" y="329692"/>
                  </a:cubicBezTo>
                  <a:cubicBezTo>
                    <a:pt x="172467" y="344679"/>
                    <a:pt x="243002" y="298660"/>
                    <a:pt x="312478" y="310633"/>
                  </a:cubicBezTo>
                  <a:cubicBezTo>
                    <a:pt x="353365" y="317638"/>
                    <a:pt x="387818" y="343701"/>
                    <a:pt x="423167" y="365367"/>
                  </a:cubicBezTo>
                  <a:cubicBezTo>
                    <a:pt x="458516" y="387032"/>
                    <a:pt x="500380" y="405358"/>
                    <a:pt x="540453" y="394770"/>
                  </a:cubicBezTo>
                  <a:cubicBezTo>
                    <a:pt x="598445" y="379457"/>
                    <a:pt x="625730" y="307619"/>
                    <a:pt x="613187" y="248976"/>
                  </a:cubicBezTo>
                  <a:cubicBezTo>
                    <a:pt x="581829" y="101879"/>
                    <a:pt x="448090" y="34195"/>
                    <a:pt x="313618" y="7724"/>
                  </a:cubicBezTo>
                  <a:close/>
                </a:path>
              </a:pathLst>
            </a:custGeom>
            <a:solidFill>
              <a:srgbClr val="CBDDFA">
                <a:alpha val="392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35" name="Google Shape;535;p23"/>
          <p:cNvGrpSpPr/>
          <p:nvPr/>
        </p:nvGrpSpPr>
        <p:grpSpPr>
          <a:xfrm>
            <a:off x="4039126" y="812484"/>
            <a:ext cx="4161347" cy="3655602"/>
            <a:chOff x="3840701" y="713259"/>
            <a:chExt cx="4161347" cy="3655602"/>
          </a:xfrm>
        </p:grpSpPr>
        <p:grpSp>
          <p:nvGrpSpPr>
            <p:cNvPr id="536" name="Google Shape;536;p23"/>
            <p:cNvGrpSpPr/>
            <p:nvPr/>
          </p:nvGrpSpPr>
          <p:grpSpPr>
            <a:xfrm>
              <a:off x="4501506" y="1401751"/>
              <a:ext cx="2461134" cy="1589525"/>
              <a:chOff x="2436192" y="2730596"/>
              <a:chExt cx="924300" cy="596960"/>
            </a:xfrm>
          </p:grpSpPr>
          <p:sp>
            <p:nvSpPr>
              <p:cNvPr id="537" name="Google Shape;537;p23"/>
              <p:cNvSpPr/>
              <p:nvPr/>
            </p:nvSpPr>
            <p:spPr>
              <a:xfrm>
                <a:off x="2436192" y="2786955"/>
                <a:ext cx="924300" cy="5406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23"/>
              <p:cNvSpPr/>
              <p:nvPr/>
            </p:nvSpPr>
            <p:spPr>
              <a:xfrm>
                <a:off x="2436192" y="2730596"/>
                <a:ext cx="924297" cy="56360"/>
              </a:xfrm>
              <a:custGeom>
                <a:rect b="b" l="l" r="r" t="t"/>
                <a:pathLst>
                  <a:path extrusionOk="0" h="153" w="2512">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23"/>
              <p:cNvSpPr/>
              <p:nvPr/>
            </p:nvSpPr>
            <p:spPr>
              <a:xfrm>
                <a:off x="2461152" y="2745893"/>
                <a:ext cx="25800" cy="25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23"/>
              <p:cNvSpPr/>
              <p:nvPr/>
            </p:nvSpPr>
            <p:spPr>
              <a:xfrm>
                <a:off x="2500603" y="2745893"/>
                <a:ext cx="26100" cy="25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23"/>
              <p:cNvSpPr/>
              <p:nvPr/>
            </p:nvSpPr>
            <p:spPr>
              <a:xfrm>
                <a:off x="2540860" y="2745893"/>
                <a:ext cx="25800" cy="25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23"/>
              <p:cNvSpPr/>
              <p:nvPr/>
            </p:nvSpPr>
            <p:spPr>
              <a:xfrm>
                <a:off x="2481682" y="2858210"/>
                <a:ext cx="833700" cy="33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23"/>
              <p:cNvSpPr/>
              <p:nvPr/>
            </p:nvSpPr>
            <p:spPr>
              <a:xfrm>
                <a:off x="2481682" y="2943152"/>
                <a:ext cx="833700" cy="33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23"/>
              <p:cNvSpPr/>
              <p:nvPr/>
            </p:nvSpPr>
            <p:spPr>
              <a:xfrm>
                <a:off x="2481682" y="3028497"/>
                <a:ext cx="833700" cy="2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23"/>
              <p:cNvSpPr/>
              <p:nvPr/>
            </p:nvSpPr>
            <p:spPr>
              <a:xfrm>
                <a:off x="2481682" y="3113439"/>
                <a:ext cx="833700" cy="27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23"/>
              <p:cNvSpPr/>
              <p:nvPr/>
            </p:nvSpPr>
            <p:spPr>
              <a:xfrm>
                <a:off x="2481682" y="2898467"/>
                <a:ext cx="833718" cy="392507"/>
              </a:xfrm>
              <a:custGeom>
                <a:rect b="b" l="l" r="r" t="t"/>
                <a:pathLst>
                  <a:path extrusionOk="0" h="1067" w="2266">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23"/>
              <p:cNvSpPr/>
              <p:nvPr/>
            </p:nvSpPr>
            <p:spPr>
              <a:xfrm>
                <a:off x="2481682" y="2914972"/>
                <a:ext cx="833718" cy="376001"/>
              </a:xfrm>
              <a:custGeom>
                <a:rect b="b" l="l" r="r" t="t"/>
                <a:pathLst>
                  <a:path extrusionOk="0" h="1022" w="2266">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48" name="Google Shape;548;p23"/>
            <p:cNvGrpSpPr/>
            <p:nvPr/>
          </p:nvGrpSpPr>
          <p:grpSpPr>
            <a:xfrm>
              <a:off x="6621346" y="1957399"/>
              <a:ext cx="1380702" cy="2411461"/>
              <a:chOff x="6502296" y="1615124"/>
              <a:chExt cx="1380702" cy="2411461"/>
            </a:xfrm>
          </p:grpSpPr>
          <p:sp>
            <p:nvSpPr>
              <p:cNvPr id="549" name="Google Shape;549;p23"/>
              <p:cNvSpPr/>
              <p:nvPr/>
            </p:nvSpPr>
            <p:spPr>
              <a:xfrm>
                <a:off x="6990675" y="1711100"/>
                <a:ext cx="396300" cy="486450"/>
              </a:xfrm>
              <a:custGeom>
                <a:rect b="b" l="l" r="r" t="t"/>
                <a:pathLst>
                  <a:path extrusionOk="0" h="19458" w="15852">
                    <a:moveTo>
                      <a:pt x="0" y="5579"/>
                    </a:moveTo>
                    <a:lnTo>
                      <a:pt x="1701" y="19458"/>
                    </a:lnTo>
                    <a:lnTo>
                      <a:pt x="15852" y="16941"/>
                    </a:lnTo>
                    <a:lnTo>
                      <a:pt x="12314" y="2177"/>
                    </a:lnTo>
                    <a:lnTo>
                      <a:pt x="5715" y="0"/>
                    </a:lnTo>
                    <a:close/>
                  </a:path>
                </a:pathLst>
              </a:custGeom>
              <a:solidFill>
                <a:schemeClr val="dk1"/>
              </a:solidFill>
              <a:ln>
                <a:noFill/>
              </a:ln>
            </p:spPr>
          </p:sp>
          <p:sp>
            <p:nvSpPr>
              <p:cNvPr id="550" name="Google Shape;550;p23"/>
              <p:cNvSpPr/>
              <p:nvPr/>
            </p:nvSpPr>
            <p:spPr>
              <a:xfrm>
                <a:off x="6934616" y="1685929"/>
                <a:ext cx="451384" cy="297518"/>
              </a:xfrm>
              <a:custGeom>
                <a:rect b="b" l="l" r="r" t="t"/>
                <a:pathLst>
                  <a:path extrusionOk="0" h="334" w="506">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23"/>
              <p:cNvSpPr/>
              <p:nvPr/>
            </p:nvSpPr>
            <p:spPr>
              <a:xfrm>
                <a:off x="6888321" y="2511763"/>
                <a:ext cx="815622" cy="1284027"/>
              </a:xfrm>
              <a:custGeom>
                <a:rect b="b" l="l" r="r" t="t"/>
                <a:pathLst>
                  <a:path extrusionOk="0" h="1439" w="914">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23"/>
              <p:cNvSpPr/>
              <p:nvPr/>
            </p:nvSpPr>
            <p:spPr>
              <a:xfrm>
                <a:off x="6942105" y="1981405"/>
                <a:ext cx="425511" cy="571206"/>
              </a:xfrm>
              <a:custGeom>
                <a:rect b="b" l="l" r="r" t="t"/>
                <a:pathLst>
                  <a:path extrusionOk="0" h="641" w="477">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23"/>
              <p:cNvSpPr/>
              <p:nvPr/>
            </p:nvSpPr>
            <p:spPr>
              <a:xfrm>
                <a:off x="7548715" y="3707962"/>
                <a:ext cx="309092" cy="272328"/>
              </a:xfrm>
              <a:custGeom>
                <a:rect b="b" l="l" r="r" t="t"/>
                <a:pathLst>
                  <a:path extrusionOk="0" h="305" w="347">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23"/>
              <p:cNvSpPr/>
              <p:nvPr/>
            </p:nvSpPr>
            <p:spPr>
              <a:xfrm>
                <a:off x="7550077" y="3796469"/>
                <a:ext cx="332921" cy="230117"/>
              </a:xfrm>
              <a:custGeom>
                <a:rect b="b" l="l" r="r" t="t"/>
                <a:pathLst>
                  <a:path extrusionOk="0" h="258" w="373">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23"/>
              <p:cNvSpPr/>
              <p:nvPr/>
            </p:nvSpPr>
            <p:spPr>
              <a:xfrm>
                <a:off x="6908745" y="3707962"/>
                <a:ext cx="312496" cy="272328"/>
              </a:xfrm>
              <a:custGeom>
                <a:rect b="b" l="l" r="r" t="t"/>
                <a:pathLst>
                  <a:path extrusionOk="0" h="305" w="35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23"/>
              <p:cNvSpPr/>
              <p:nvPr/>
            </p:nvSpPr>
            <p:spPr>
              <a:xfrm>
                <a:off x="6886959" y="3796469"/>
                <a:ext cx="332239" cy="230117"/>
              </a:xfrm>
              <a:custGeom>
                <a:rect b="b" l="l" r="r" t="t"/>
                <a:pathLst>
                  <a:path extrusionOk="0" h="258" w="373">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23"/>
              <p:cNvSpPr/>
              <p:nvPr/>
            </p:nvSpPr>
            <p:spPr>
              <a:xfrm>
                <a:off x="7212391" y="2059699"/>
                <a:ext cx="548060" cy="518785"/>
              </a:xfrm>
              <a:custGeom>
                <a:rect b="b" l="l" r="r" t="t"/>
                <a:pathLst>
                  <a:path extrusionOk="0" h="582" w="615">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23"/>
              <p:cNvSpPr/>
              <p:nvPr/>
            </p:nvSpPr>
            <p:spPr>
              <a:xfrm>
                <a:off x="7370341" y="2319091"/>
                <a:ext cx="184502" cy="54466"/>
              </a:xfrm>
              <a:custGeom>
                <a:rect b="b" l="l" r="r" t="t"/>
                <a:pathLst>
                  <a:path extrusionOk="0" h="80" w="271">
                    <a:moveTo>
                      <a:pt x="0" y="0"/>
                    </a:moveTo>
                    <a:lnTo>
                      <a:pt x="5" y="68"/>
                    </a:lnTo>
                    <a:lnTo>
                      <a:pt x="271" y="80"/>
                    </a:lnTo>
                    <a:lnTo>
                      <a:pt x="0" y="0"/>
                    </a:lnTo>
                    <a:close/>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23"/>
              <p:cNvSpPr/>
              <p:nvPr/>
            </p:nvSpPr>
            <p:spPr>
              <a:xfrm>
                <a:off x="6615312" y="2037232"/>
                <a:ext cx="395556" cy="444575"/>
              </a:xfrm>
              <a:custGeom>
                <a:rect b="b" l="l" r="r" t="t"/>
                <a:pathLst>
                  <a:path extrusionOk="0" h="498" w="443">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23"/>
              <p:cNvSpPr/>
              <p:nvPr/>
            </p:nvSpPr>
            <p:spPr>
              <a:xfrm>
                <a:off x="6534295" y="2008637"/>
                <a:ext cx="111654" cy="141611"/>
              </a:xfrm>
              <a:custGeom>
                <a:rect b="b" l="l" r="r" t="t"/>
                <a:pathLst>
                  <a:path extrusionOk="0" h="159" w="125">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23"/>
              <p:cNvSpPr/>
              <p:nvPr/>
            </p:nvSpPr>
            <p:spPr>
              <a:xfrm>
                <a:off x="6565612" y="2143440"/>
                <a:ext cx="33360" cy="2723"/>
              </a:xfrm>
              <a:custGeom>
                <a:rect b="b" l="l" r="r" t="t"/>
                <a:pathLst>
                  <a:path extrusionOk="0" h="3" w="37">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23"/>
              <p:cNvSpPr/>
              <p:nvPr/>
            </p:nvSpPr>
            <p:spPr>
              <a:xfrm>
                <a:off x="6539060" y="2073996"/>
                <a:ext cx="99400" cy="72167"/>
              </a:xfrm>
              <a:custGeom>
                <a:rect b="b" l="l" r="r" t="t"/>
                <a:pathLst>
                  <a:path extrusionOk="0" h="81" w="112">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23"/>
              <p:cNvSpPr/>
              <p:nvPr/>
            </p:nvSpPr>
            <p:spPr>
              <a:xfrm>
                <a:off x="6586037" y="1939875"/>
                <a:ext cx="5447" cy="49019"/>
              </a:xfrm>
              <a:custGeom>
                <a:rect b="b" l="l" r="r" t="t"/>
                <a:pathLst>
                  <a:path extrusionOk="0" h="72" w="8">
                    <a:moveTo>
                      <a:pt x="8" y="0"/>
                    </a:moveTo>
                    <a:lnTo>
                      <a:pt x="0" y="72"/>
                    </a:lnTo>
                    <a:lnTo>
                      <a:pt x="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564" name="Google Shape;564;p23"/>
              <p:cNvCxnSpPr/>
              <p:nvPr/>
            </p:nvCxnSpPr>
            <p:spPr>
              <a:xfrm flipH="1">
                <a:off x="6586084" y="1939875"/>
                <a:ext cx="5400" cy="48900"/>
              </a:xfrm>
              <a:prstGeom prst="straightConnector1">
                <a:avLst/>
              </a:prstGeom>
              <a:noFill/>
              <a:ln>
                <a:noFill/>
              </a:ln>
            </p:spPr>
          </p:cxnSp>
          <p:sp>
            <p:nvSpPr>
              <p:cNvPr id="565" name="Google Shape;565;p23"/>
              <p:cNvSpPr/>
              <p:nvPr/>
            </p:nvSpPr>
            <p:spPr>
              <a:xfrm>
                <a:off x="6576506" y="1939194"/>
                <a:ext cx="24510" cy="51742"/>
              </a:xfrm>
              <a:custGeom>
                <a:rect b="b" l="l" r="r" t="t"/>
                <a:pathLst>
                  <a:path extrusionOk="0" h="76" w="36">
                    <a:moveTo>
                      <a:pt x="27" y="76"/>
                    </a:moveTo>
                    <a:lnTo>
                      <a:pt x="0" y="72"/>
                    </a:lnTo>
                    <a:lnTo>
                      <a:pt x="9" y="0"/>
                    </a:lnTo>
                    <a:lnTo>
                      <a:pt x="36" y="3"/>
                    </a:lnTo>
                    <a:lnTo>
                      <a:pt x="27" y="7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23"/>
              <p:cNvSpPr/>
              <p:nvPr/>
            </p:nvSpPr>
            <p:spPr>
              <a:xfrm>
                <a:off x="6547911" y="1973235"/>
                <a:ext cx="61274" cy="160673"/>
              </a:xfrm>
              <a:custGeom>
                <a:rect b="b" l="l" r="r" t="t"/>
                <a:pathLst>
                  <a:path extrusionOk="0" h="180" w="69">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23"/>
              <p:cNvSpPr/>
              <p:nvPr/>
            </p:nvSpPr>
            <p:spPr>
              <a:xfrm>
                <a:off x="6521359" y="1732225"/>
                <a:ext cx="161354" cy="202203"/>
              </a:xfrm>
              <a:custGeom>
                <a:rect b="b" l="l" r="r" t="t"/>
                <a:pathLst>
                  <a:path extrusionOk="0" h="227" w="181">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23"/>
              <p:cNvSpPr/>
              <p:nvPr/>
            </p:nvSpPr>
            <p:spPr>
              <a:xfrm>
                <a:off x="6502296" y="1708396"/>
                <a:ext cx="197438" cy="255987"/>
              </a:xfrm>
              <a:custGeom>
                <a:rect b="b" l="l" r="r" t="t"/>
                <a:pathLst>
                  <a:path extrusionOk="0" h="287" w="221">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23"/>
              <p:cNvSpPr/>
              <p:nvPr/>
            </p:nvSpPr>
            <p:spPr>
              <a:xfrm>
                <a:off x="6505019" y="2005233"/>
                <a:ext cx="101442" cy="123228"/>
              </a:xfrm>
              <a:custGeom>
                <a:rect b="b" l="l" r="r" t="t"/>
                <a:pathLst>
                  <a:path extrusionOk="0" h="138" w="114">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23"/>
              <p:cNvSpPr/>
              <p:nvPr/>
            </p:nvSpPr>
            <p:spPr>
              <a:xfrm>
                <a:off x="6539741" y="1976639"/>
                <a:ext cx="118462" cy="117101"/>
              </a:xfrm>
              <a:custGeom>
                <a:rect b="b" l="l" r="r" t="t"/>
                <a:pathLst>
                  <a:path extrusionOk="0" h="131" w="133">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23"/>
              <p:cNvSpPr/>
              <p:nvPr/>
            </p:nvSpPr>
            <p:spPr>
              <a:xfrm>
                <a:off x="6539741" y="2022935"/>
                <a:ext cx="60593" cy="51061"/>
              </a:xfrm>
              <a:custGeom>
                <a:rect b="b" l="l" r="r" t="t"/>
                <a:pathLst>
                  <a:path extrusionOk="0" h="57" w="68">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23"/>
              <p:cNvSpPr/>
              <p:nvPr/>
            </p:nvSpPr>
            <p:spPr>
              <a:xfrm>
                <a:off x="6533614" y="2097825"/>
                <a:ext cx="53785" cy="10893"/>
              </a:xfrm>
              <a:custGeom>
                <a:rect b="b" l="l" r="r" t="t"/>
                <a:pathLst>
                  <a:path extrusionOk="0" h="12" w="6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23"/>
              <p:cNvSpPr/>
              <p:nvPr/>
            </p:nvSpPr>
            <p:spPr>
              <a:xfrm>
                <a:off x="6534295" y="2068549"/>
                <a:ext cx="63316" cy="10893"/>
              </a:xfrm>
              <a:custGeom>
                <a:rect b="b" l="l" r="r" t="t"/>
                <a:pathLst>
                  <a:path extrusionOk="0" h="12" w="71">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23"/>
              <p:cNvSpPr/>
              <p:nvPr/>
            </p:nvSpPr>
            <p:spPr>
              <a:xfrm>
                <a:off x="6539741" y="2042678"/>
                <a:ext cx="51742" cy="14297"/>
              </a:xfrm>
              <a:custGeom>
                <a:rect b="b" l="l" r="r" t="t"/>
                <a:pathLst>
                  <a:path extrusionOk="0" h="16" w="58">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23"/>
              <p:cNvSpPr/>
              <p:nvPr/>
            </p:nvSpPr>
            <p:spPr>
              <a:xfrm>
                <a:off x="6590803" y="2051529"/>
                <a:ext cx="681" cy="5447"/>
              </a:xfrm>
              <a:custGeom>
                <a:rect b="b" l="l" r="r" t="t"/>
                <a:pathLst>
                  <a:path extrusionOk="0" h="6" w="1">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23"/>
              <p:cNvSpPr/>
              <p:nvPr/>
            </p:nvSpPr>
            <p:spPr>
              <a:xfrm>
                <a:off x="6601015" y="2027700"/>
                <a:ext cx="411214" cy="510615"/>
              </a:xfrm>
              <a:custGeom>
                <a:rect b="b" l="l" r="r" t="t"/>
                <a:pathLst>
                  <a:path extrusionOk="0" h="573" w="461">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23"/>
              <p:cNvSpPr/>
              <p:nvPr/>
            </p:nvSpPr>
            <p:spPr>
              <a:xfrm>
                <a:off x="6904660" y="2201309"/>
                <a:ext cx="66040" cy="290029"/>
              </a:xfrm>
              <a:custGeom>
                <a:rect b="b" l="l" r="r" t="t"/>
                <a:pathLst>
                  <a:path extrusionOk="0" h="325" w="74">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23"/>
              <p:cNvSpPr/>
              <p:nvPr/>
            </p:nvSpPr>
            <p:spPr>
              <a:xfrm>
                <a:off x="6925085" y="1981405"/>
                <a:ext cx="442532" cy="590271"/>
              </a:xfrm>
              <a:custGeom>
                <a:rect b="b" l="l" r="r" t="t"/>
                <a:pathLst>
                  <a:path extrusionOk="0" h="662" w="496">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23"/>
              <p:cNvSpPr/>
              <p:nvPr/>
            </p:nvSpPr>
            <p:spPr>
              <a:xfrm>
                <a:off x="6888321" y="2511763"/>
                <a:ext cx="822429" cy="1230922"/>
              </a:xfrm>
              <a:custGeom>
                <a:rect b="b" l="l" r="r" t="t"/>
                <a:pathLst>
                  <a:path extrusionOk="0" h="1380" w="922">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23"/>
              <p:cNvSpPr/>
              <p:nvPr/>
            </p:nvSpPr>
            <p:spPr>
              <a:xfrm>
                <a:off x="7078269" y="1878601"/>
                <a:ext cx="125271" cy="239648"/>
              </a:xfrm>
              <a:custGeom>
                <a:rect b="b" l="l" r="r" t="t"/>
                <a:pathLst>
                  <a:path extrusionOk="0" h="269" w="14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23"/>
              <p:cNvSpPr/>
              <p:nvPr/>
            </p:nvSpPr>
            <p:spPr>
              <a:xfrm>
                <a:off x="7203540" y="1907876"/>
                <a:ext cx="0" cy="22467"/>
              </a:xfrm>
              <a:custGeom>
                <a:rect b="b" l="l" r="r" t="t"/>
                <a:pathLst>
                  <a:path extrusionOk="0" h="25" w="12000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23"/>
              <p:cNvSpPr/>
              <p:nvPr/>
            </p:nvSpPr>
            <p:spPr>
              <a:xfrm>
                <a:off x="7086439" y="1907876"/>
                <a:ext cx="117101" cy="61274"/>
              </a:xfrm>
              <a:custGeom>
                <a:rect b="b" l="l" r="r" t="t"/>
                <a:pathLst>
                  <a:path extrusionOk="0" h="69" w="131">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23"/>
              <p:cNvSpPr/>
              <p:nvPr/>
            </p:nvSpPr>
            <p:spPr>
              <a:xfrm>
                <a:off x="7004741" y="1678440"/>
                <a:ext cx="240330" cy="294795"/>
              </a:xfrm>
              <a:custGeom>
                <a:rect b="b" l="l" r="r" t="t"/>
                <a:pathLst>
                  <a:path extrusionOk="0" h="330" w="27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23"/>
              <p:cNvSpPr/>
              <p:nvPr/>
            </p:nvSpPr>
            <p:spPr>
              <a:xfrm>
                <a:off x="7145670" y="1845241"/>
                <a:ext cx="43572" cy="21786"/>
              </a:xfrm>
              <a:custGeom>
                <a:rect b="b" l="l" r="r" t="t"/>
                <a:pathLst>
                  <a:path extrusionOk="0" h="24" w="49">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23"/>
              <p:cNvSpPr/>
              <p:nvPr/>
            </p:nvSpPr>
            <p:spPr>
              <a:xfrm>
                <a:off x="7004741" y="1828220"/>
                <a:ext cx="15659" cy="17020"/>
              </a:xfrm>
              <a:custGeom>
                <a:rect b="b" l="l" r="r" t="t"/>
                <a:pathLst>
                  <a:path extrusionOk="0" h="19" w="18">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23"/>
              <p:cNvSpPr/>
              <p:nvPr/>
            </p:nvSpPr>
            <p:spPr>
              <a:xfrm>
                <a:off x="7028569" y="1805073"/>
                <a:ext cx="25191" cy="44934"/>
              </a:xfrm>
              <a:custGeom>
                <a:rect b="b" l="l" r="r" t="t"/>
                <a:pathLst>
                  <a:path extrusionOk="0" h="50" w="28">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23"/>
              <p:cNvSpPr/>
              <p:nvPr/>
            </p:nvSpPr>
            <p:spPr>
              <a:xfrm>
                <a:off x="7097332" y="1749245"/>
                <a:ext cx="61274" cy="64678"/>
              </a:xfrm>
              <a:custGeom>
                <a:rect b="b" l="l" r="r" t="t"/>
                <a:pathLst>
                  <a:path extrusionOk="0" h="73" w="69">
                    <a:moveTo>
                      <a:pt x="0" y="45"/>
                    </a:moveTo>
                    <a:cubicBezTo>
                      <a:pt x="0" y="45"/>
                      <a:pt x="41" y="31"/>
                      <a:pt x="69" y="73"/>
                    </a:cubicBezTo>
                    <a:cubicBezTo>
                      <a:pt x="69" y="73"/>
                      <a:pt x="42" y="0"/>
                      <a:pt x="0" y="4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23"/>
              <p:cNvSpPr/>
              <p:nvPr/>
            </p:nvSpPr>
            <p:spPr>
              <a:xfrm>
                <a:off x="7010868" y="1752649"/>
                <a:ext cx="49019" cy="48338"/>
              </a:xfrm>
              <a:custGeom>
                <a:rect b="b" l="l" r="r" t="t"/>
                <a:pathLst>
                  <a:path extrusionOk="0" h="54" w="55">
                    <a:moveTo>
                      <a:pt x="55" y="38"/>
                    </a:moveTo>
                    <a:cubicBezTo>
                      <a:pt x="55" y="38"/>
                      <a:pt x="23" y="25"/>
                      <a:pt x="0" y="54"/>
                    </a:cubicBezTo>
                    <a:cubicBezTo>
                      <a:pt x="0" y="54"/>
                      <a:pt x="26" y="0"/>
                      <a:pt x="55"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23"/>
              <p:cNvSpPr/>
              <p:nvPr/>
            </p:nvSpPr>
            <p:spPr>
              <a:xfrm>
                <a:off x="7228049" y="1789414"/>
                <a:ext cx="66040" cy="129356"/>
              </a:xfrm>
              <a:custGeom>
                <a:rect b="b" l="l" r="r" t="t"/>
                <a:pathLst>
                  <a:path extrusionOk="0" h="145" w="74">
                    <a:moveTo>
                      <a:pt x="4" y="41"/>
                    </a:moveTo>
                    <a:cubicBezTo>
                      <a:pt x="4" y="41"/>
                      <a:pt x="21" y="0"/>
                      <a:pt x="48" y="3"/>
                    </a:cubicBezTo>
                    <a:cubicBezTo>
                      <a:pt x="74" y="6"/>
                      <a:pt x="58" y="145"/>
                      <a:pt x="0" y="85"/>
                    </a:cubicBezTo>
                    <a:lnTo>
                      <a:pt x="4" y="41"/>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23"/>
              <p:cNvSpPr/>
              <p:nvPr/>
            </p:nvSpPr>
            <p:spPr>
              <a:xfrm>
                <a:off x="7234857" y="1819370"/>
                <a:ext cx="33360" cy="27233"/>
              </a:xfrm>
              <a:custGeom>
                <a:rect b="b" l="l" r="r" t="t"/>
                <a:pathLst>
                  <a:path extrusionOk="0" h="30" w="38">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23"/>
              <p:cNvSpPr/>
              <p:nvPr/>
            </p:nvSpPr>
            <p:spPr>
              <a:xfrm>
                <a:off x="6982954" y="1615124"/>
                <a:ext cx="307050" cy="194714"/>
              </a:xfrm>
              <a:custGeom>
                <a:rect b="b" l="l" r="r" t="t"/>
                <a:pathLst>
                  <a:path extrusionOk="0" h="218" w="344">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23"/>
              <p:cNvSpPr/>
              <p:nvPr/>
            </p:nvSpPr>
            <p:spPr>
              <a:xfrm>
                <a:off x="7394850" y="2367429"/>
                <a:ext cx="39487" cy="211054"/>
              </a:xfrm>
              <a:custGeom>
                <a:rect b="b" l="l" r="r" t="t"/>
                <a:pathLst>
                  <a:path extrusionOk="0" h="237" w="44">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rgbClr val="27314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23"/>
              <p:cNvSpPr/>
              <p:nvPr/>
            </p:nvSpPr>
            <p:spPr>
              <a:xfrm>
                <a:off x="7071461" y="2201990"/>
                <a:ext cx="322709" cy="447298"/>
              </a:xfrm>
              <a:custGeom>
                <a:rect b="b" l="l" r="r" t="t"/>
                <a:pathLst>
                  <a:path extrusionOk="0" h="501" w="362">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23"/>
              <p:cNvSpPr/>
              <p:nvPr/>
            </p:nvSpPr>
            <p:spPr>
              <a:xfrm>
                <a:off x="7197413" y="2319091"/>
                <a:ext cx="70800" cy="72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23"/>
              <p:cNvSpPr/>
              <p:nvPr/>
            </p:nvSpPr>
            <p:spPr>
              <a:xfrm>
                <a:off x="7270941" y="2312283"/>
                <a:ext cx="171567" cy="204927"/>
              </a:xfrm>
              <a:custGeom>
                <a:rect b="b" l="l" r="r" t="t"/>
                <a:pathLst>
                  <a:path extrusionOk="0" h="230" w="192">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23"/>
              <p:cNvSpPr/>
              <p:nvPr/>
            </p:nvSpPr>
            <p:spPr>
              <a:xfrm>
                <a:off x="7104140" y="1805073"/>
                <a:ext cx="27233" cy="47657"/>
              </a:xfrm>
              <a:custGeom>
                <a:rect b="b" l="l" r="r" t="t"/>
                <a:pathLst>
                  <a:path extrusionOk="0" h="53" w="3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597" name="Google Shape;597;p23"/>
            <p:cNvGrpSpPr/>
            <p:nvPr/>
          </p:nvGrpSpPr>
          <p:grpSpPr>
            <a:xfrm>
              <a:off x="5350825" y="945922"/>
              <a:ext cx="669524" cy="947131"/>
              <a:chOff x="6000261" y="1225220"/>
              <a:chExt cx="627600" cy="887824"/>
            </a:xfrm>
          </p:grpSpPr>
          <p:sp>
            <p:nvSpPr>
              <p:cNvPr id="598" name="Google Shape;598;p23"/>
              <p:cNvSpPr/>
              <p:nvPr/>
            </p:nvSpPr>
            <p:spPr>
              <a:xfrm>
                <a:off x="6000261" y="1293145"/>
                <a:ext cx="627600" cy="819900"/>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9" name="Google Shape;599;p23"/>
              <p:cNvSpPr/>
              <p:nvPr/>
            </p:nvSpPr>
            <p:spPr>
              <a:xfrm>
                <a:off x="6000261" y="1225220"/>
                <a:ext cx="627579" cy="67924"/>
              </a:xfrm>
              <a:custGeom>
                <a:rect b="b" l="l" r="r" t="t"/>
                <a:pathLst>
                  <a:path extrusionOk="0" h="78" w="718">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0" name="Google Shape;600;p23"/>
              <p:cNvSpPr/>
              <p:nvPr/>
            </p:nvSpPr>
            <p:spPr>
              <a:xfrm>
                <a:off x="6029918" y="1243398"/>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23"/>
              <p:cNvSpPr/>
              <p:nvPr/>
            </p:nvSpPr>
            <p:spPr>
              <a:xfrm>
                <a:off x="6077752" y="1243398"/>
                <a:ext cx="315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23"/>
              <p:cNvSpPr/>
              <p:nvPr/>
            </p:nvSpPr>
            <p:spPr>
              <a:xfrm>
                <a:off x="6126543" y="1243398"/>
                <a:ext cx="30600" cy="30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23"/>
              <p:cNvSpPr/>
              <p:nvPr/>
            </p:nvSpPr>
            <p:spPr>
              <a:xfrm>
                <a:off x="6100712" y="1671989"/>
                <a:ext cx="97500" cy="1425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23"/>
              <p:cNvSpPr/>
              <p:nvPr/>
            </p:nvSpPr>
            <p:spPr>
              <a:xfrm>
                <a:off x="6248997" y="1573451"/>
                <a:ext cx="98400" cy="241200"/>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23"/>
              <p:cNvSpPr/>
              <p:nvPr/>
            </p:nvSpPr>
            <p:spPr>
              <a:xfrm>
                <a:off x="6397281" y="1484480"/>
                <a:ext cx="97500" cy="330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23"/>
              <p:cNvSpPr/>
              <p:nvPr/>
            </p:nvSpPr>
            <p:spPr>
              <a:xfrm>
                <a:off x="6135152" y="1338108"/>
                <a:ext cx="308049" cy="309007"/>
              </a:xfrm>
              <a:custGeom>
                <a:rect b="b" l="l" r="r" t="t"/>
                <a:pathLst>
                  <a:path extrusionOk="0" h="353" w="352">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23"/>
              <p:cNvSpPr/>
              <p:nvPr/>
            </p:nvSpPr>
            <p:spPr>
              <a:xfrm>
                <a:off x="6072012" y="1876717"/>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23"/>
              <p:cNvSpPr/>
              <p:nvPr/>
            </p:nvSpPr>
            <p:spPr>
              <a:xfrm>
                <a:off x="6072012" y="1929334"/>
                <a:ext cx="4830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23"/>
              <p:cNvSpPr/>
              <p:nvPr/>
            </p:nvSpPr>
            <p:spPr>
              <a:xfrm>
                <a:off x="6124629" y="1981952"/>
                <a:ext cx="3777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23"/>
              <p:cNvSpPr/>
              <p:nvPr/>
            </p:nvSpPr>
            <p:spPr>
              <a:xfrm>
                <a:off x="6192553" y="2034569"/>
                <a:ext cx="242100" cy="20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1" name="Google Shape;611;p23"/>
            <p:cNvGrpSpPr/>
            <p:nvPr/>
          </p:nvGrpSpPr>
          <p:grpSpPr>
            <a:xfrm flipH="1">
              <a:off x="6374171" y="713259"/>
              <a:ext cx="588491" cy="951052"/>
              <a:chOff x="1062996" y="1340396"/>
              <a:chExt cx="588491" cy="951052"/>
            </a:xfrm>
          </p:grpSpPr>
          <p:sp>
            <p:nvSpPr>
              <p:cNvPr id="612" name="Google Shape;612;p23"/>
              <p:cNvSpPr/>
              <p:nvPr/>
            </p:nvSpPr>
            <p:spPr>
              <a:xfrm flipH="1">
                <a:off x="1127696" y="1466525"/>
                <a:ext cx="521965" cy="813973"/>
              </a:xfrm>
              <a:custGeom>
                <a:rect b="b" l="l" r="r" t="t"/>
                <a:pathLst>
                  <a:path extrusionOk="0" h="487" w="313">
                    <a:moveTo>
                      <a:pt x="115" y="395"/>
                    </a:moveTo>
                    <a:cubicBezTo>
                      <a:pt x="111" y="399"/>
                      <a:pt x="109" y="403"/>
                      <a:pt x="106" y="406"/>
                    </a:cubicBezTo>
                    <a:cubicBezTo>
                      <a:pt x="79" y="435"/>
                      <a:pt x="34" y="470"/>
                      <a:pt x="11" y="487"/>
                    </a:cubicBezTo>
                    <a:cubicBezTo>
                      <a:pt x="8" y="485"/>
                      <a:pt x="4" y="483"/>
                      <a:pt x="0" y="480"/>
                    </a:cubicBezTo>
                    <a:cubicBezTo>
                      <a:pt x="5" y="452"/>
                      <a:pt x="16" y="396"/>
                      <a:pt x="29" y="359"/>
                    </a:cubicBezTo>
                    <a:cubicBezTo>
                      <a:pt x="31" y="356"/>
                      <a:pt x="32" y="351"/>
                      <a:pt x="35" y="346"/>
                    </a:cubicBezTo>
                    <a:cubicBezTo>
                      <a:pt x="71" y="277"/>
                      <a:pt x="234" y="51"/>
                      <a:pt x="266" y="6"/>
                    </a:cubicBezTo>
                    <a:cubicBezTo>
                      <a:pt x="269" y="2"/>
                      <a:pt x="273" y="0"/>
                      <a:pt x="276" y="2"/>
                    </a:cubicBezTo>
                    <a:cubicBezTo>
                      <a:pt x="310" y="23"/>
                      <a:pt x="310" y="23"/>
                      <a:pt x="310" y="23"/>
                    </a:cubicBezTo>
                    <a:cubicBezTo>
                      <a:pt x="313" y="24"/>
                      <a:pt x="313" y="29"/>
                      <a:pt x="311" y="34"/>
                    </a:cubicBezTo>
                    <a:cubicBezTo>
                      <a:pt x="286" y="82"/>
                      <a:pt x="159" y="331"/>
                      <a:pt x="115" y="39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23"/>
              <p:cNvSpPr/>
              <p:nvPr/>
            </p:nvSpPr>
            <p:spPr>
              <a:xfrm flipH="1">
                <a:off x="1458031" y="2045067"/>
                <a:ext cx="191631" cy="235432"/>
              </a:xfrm>
              <a:custGeom>
                <a:rect b="b" l="l" r="r" t="t"/>
                <a:pathLst>
                  <a:path extrusionOk="0" h="141" w="115">
                    <a:moveTo>
                      <a:pt x="115" y="49"/>
                    </a:moveTo>
                    <a:cubicBezTo>
                      <a:pt x="111" y="53"/>
                      <a:pt x="109" y="57"/>
                      <a:pt x="106" y="60"/>
                    </a:cubicBezTo>
                    <a:cubicBezTo>
                      <a:pt x="79" y="89"/>
                      <a:pt x="34" y="124"/>
                      <a:pt x="11" y="141"/>
                    </a:cubicBezTo>
                    <a:cubicBezTo>
                      <a:pt x="8" y="139"/>
                      <a:pt x="4" y="137"/>
                      <a:pt x="0" y="134"/>
                    </a:cubicBezTo>
                    <a:cubicBezTo>
                      <a:pt x="5" y="106"/>
                      <a:pt x="16" y="50"/>
                      <a:pt x="29" y="13"/>
                    </a:cubicBezTo>
                    <a:cubicBezTo>
                      <a:pt x="31" y="10"/>
                      <a:pt x="32" y="5"/>
                      <a:pt x="35" y="0"/>
                    </a:cubicBezTo>
                    <a:lnTo>
                      <a:pt x="115" y="49"/>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23"/>
              <p:cNvSpPr/>
              <p:nvPr/>
            </p:nvSpPr>
            <p:spPr>
              <a:xfrm flipH="1">
                <a:off x="1622286" y="2258597"/>
                <a:ext cx="29201" cy="32851"/>
              </a:xfrm>
              <a:custGeom>
                <a:rect b="b" l="l" r="r" t="t"/>
                <a:pathLst>
                  <a:path extrusionOk="0" h="20" w="18">
                    <a:moveTo>
                      <a:pt x="2" y="0"/>
                    </a:moveTo>
                    <a:cubicBezTo>
                      <a:pt x="0" y="13"/>
                      <a:pt x="0" y="13"/>
                      <a:pt x="0" y="13"/>
                    </a:cubicBezTo>
                    <a:cubicBezTo>
                      <a:pt x="0" y="17"/>
                      <a:pt x="4" y="20"/>
                      <a:pt x="8" y="17"/>
                    </a:cubicBezTo>
                    <a:cubicBezTo>
                      <a:pt x="18" y="10"/>
                      <a:pt x="18" y="10"/>
                      <a:pt x="18" y="10"/>
                    </a:cubicBezTo>
                    <a:lnTo>
                      <a:pt x="2"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23"/>
              <p:cNvSpPr/>
              <p:nvPr/>
            </p:nvSpPr>
            <p:spPr>
              <a:xfrm flipH="1">
                <a:off x="1062996" y="1340396"/>
                <a:ext cx="98553" cy="107679"/>
              </a:xfrm>
              <a:custGeom>
                <a:rect b="b" l="l" r="r" t="t"/>
                <a:pathLst>
                  <a:path extrusionOk="0" h="64" w="59">
                    <a:moveTo>
                      <a:pt x="47" y="5"/>
                    </a:moveTo>
                    <a:cubicBezTo>
                      <a:pt x="47" y="5"/>
                      <a:pt x="47" y="5"/>
                      <a:pt x="47" y="5"/>
                    </a:cubicBezTo>
                    <a:cubicBezTo>
                      <a:pt x="37" y="0"/>
                      <a:pt x="26" y="3"/>
                      <a:pt x="20" y="12"/>
                    </a:cubicBezTo>
                    <a:cubicBezTo>
                      <a:pt x="0" y="44"/>
                      <a:pt x="0" y="44"/>
                      <a:pt x="0" y="44"/>
                    </a:cubicBezTo>
                    <a:cubicBezTo>
                      <a:pt x="33" y="64"/>
                      <a:pt x="33" y="64"/>
                      <a:pt x="33" y="64"/>
                    </a:cubicBezTo>
                    <a:cubicBezTo>
                      <a:pt x="53" y="32"/>
                      <a:pt x="53" y="32"/>
                      <a:pt x="53" y="32"/>
                    </a:cubicBezTo>
                    <a:cubicBezTo>
                      <a:pt x="59" y="23"/>
                      <a:pt x="56" y="11"/>
                      <a:pt x="47" y="5"/>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23"/>
              <p:cNvSpPr/>
              <p:nvPr/>
            </p:nvSpPr>
            <p:spPr>
              <a:xfrm flipH="1">
                <a:off x="1071120" y="1472001"/>
                <a:ext cx="155130" cy="366836"/>
              </a:xfrm>
              <a:custGeom>
                <a:rect b="b" l="l" r="r" t="t"/>
                <a:pathLst>
                  <a:path extrusionOk="0" h="220" w="93">
                    <a:moveTo>
                      <a:pt x="0" y="216"/>
                    </a:moveTo>
                    <a:cubicBezTo>
                      <a:pt x="76" y="34"/>
                      <a:pt x="76" y="34"/>
                      <a:pt x="76" y="34"/>
                    </a:cubicBezTo>
                    <a:cubicBezTo>
                      <a:pt x="77" y="32"/>
                      <a:pt x="76" y="31"/>
                      <a:pt x="75" y="30"/>
                    </a:cubicBezTo>
                    <a:cubicBezTo>
                      <a:pt x="46" y="12"/>
                      <a:pt x="46" y="12"/>
                      <a:pt x="46" y="12"/>
                    </a:cubicBezTo>
                    <a:cubicBezTo>
                      <a:pt x="54" y="0"/>
                      <a:pt x="54" y="0"/>
                      <a:pt x="54" y="0"/>
                    </a:cubicBezTo>
                    <a:cubicBezTo>
                      <a:pt x="83" y="17"/>
                      <a:pt x="83" y="17"/>
                      <a:pt x="83" y="17"/>
                    </a:cubicBezTo>
                    <a:cubicBezTo>
                      <a:pt x="90" y="22"/>
                      <a:pt x="93" y="31"/>
                      <a:pt x="90" y="40"/>
                    </a:cubicBezTo>
                    <a:cubicBezTo>
                      <a:pt x="90" y="40"/>
                      <a:pt x="29" y="185"/>
                      <a:pt x="22" y="203"/>
                    </a:cubicBezTo>
                    <a:cubicBezTo>
                      <a:pt x="15" y="220"/>
                      <a:pt x="0" y="216"/>
                      <a:pt x="0" y="21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23"/>
              <p:cNvSpPr/>
              <p:nvPr/>
            </p:nvSpPr>
            <p:spPr>
              <a:xfrm flipH="1">
                <a:off x="1089372" y="1408123"/>
                <a:ext cx="142354" cy="118629"/>
              </a:xfrm>
              <a:custGeom>
                <a:rect b="b" l="l" r="r" t="t"/>
                <a:pathLst>
                  <a:path extrusionOk="0" h="71" w="85">
                    <a:moveTo>
                      <a:pt x="83" y="39"/>
                    </a:moveTo>
                    <a:cubicBezTo>
                      <a:pt x="21" y="2"/>
                      <a:pt x="21" y="2"/>
                      <a:pt x="21" y="2"/>
                    </a:cubicBezTo>
                    <a:cubicBezTo>
                      <a:pt x="19" y="0"/>
                      <a:pt x="16" y="2"/>
                      <a:pt x="14" y="4"/>
                    </a:cubicBezTo>
                    <a:cubicBezTo>
                      <a:pt x="2" y="25"/>
                      <a:pt x="2" y="25"/>
                      <a:pt x="2" y="25"/>
                    </a:cubicBezTo>
                    <a:cubicBezTo>
                      <a:pt x="0" y="28"/>
                      <a:pt x="0" y="31"/>
                      <a:pt x="2" y="32"/>
                    </a:cubicBezTo>
                    <a:cubicBezTo>
                      <a:pt x="64" y="70"/>
                      <a:pt x="64" y="70"/>
                      <a:pt x="64" y="70"/>
                    </a:cubicBezTo>
                    <a:cubicBezTo>
                      <a:pt x="67" y="71"/>
                      <a:pt x="70" y="70"/>
                      <a:pt x="71" y="67"/>
                    </a:cubicBezTo>
                    <a:cubicBezTo>
                      <a:pt x="84" y="47"/>
                      <a:pt x="84" y="47"/>
                      <a:pt x="84" y="47"/>
                    </a:cubicBezTo>
                    <a:cubicBezTo>
                      <a:pt x="85" y="44"/>
                      <a:pt x="85" y="41"/>
                      <a:pt x="83" y="3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8" name="Google Shape;618;p23"/>
            <p:cNvGrpSpPr/>
            <p:nvPr/>
          </p:nvGrpSpPr>
          <p:grpSpPr>
            <a:xfrm>
              <a:off x="4997878" y="2657014"/>
              <a:ext cx="471946" cy="712345"/>
              <a:chOff x="2047101" y="2145599"/>
              <a:chExt cx="407553" cy="615151"/>
            </a:xfrm>
          </p:grpSpPr>
          <p:sp>
            <p:nvSpPr>
              <p:cNvPr id="619" name="Google Shape;619;p23"/>
              <p:cNvSpPr/>
              <p:nvPr/>
            </p:nvSpPr>
            <p:spPr>
              <a:xfrm>
                <a:off x="2047101" y="2145599"/>
                <a:ext cx="407553" cy="615151"/>
              </a:xfrm>
              <a:custGeom>
                <a:rect b="b" l="l" r="r" t="t"/>
                <a:pathLst>
                  <a:path extrusionOk="0" h="1325" w="879">
                    <a:moveTo>
                      <a:pt x="879" y="55"/>
                    </a:moveTo>
                    <a:cubicBezTo>
                      <a:pt x="879" y="1270"/>
                      <a:pt x="879" y="1270"/>
                      <a:pt x="879" y="1270"/>
                    </a:cubicBezTo>
                    <a:cubicBezTo>
                      <a:pt x="879" y="1300"/>
                      <a:pt x="854" y="1325"/>
                      <a:pt x="824" y="1325"/>
                    </a:cubicBezTo>
                    <a:cubicBezTo>
                      <a:pt x="55" y="1325"/>
                      <a:pt x="55" y="1325"/>
                      <a:pt x="55" y="1325"/>
                    </a:cubicBezTo>
                    <a:cubicBezTo>
                      <a:pt x="25" y="1325"/>
                      <a:pt x="0" y="1300"/>
                      <a:pt x="0" y="1270"/>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23"/>
              <p:cNvSpPr/>
              <p:nvPr/>
            </p:nvSpPr>
            <p:spPr>
              <a:xfrm>
                <a:off x="2047101" y="2145599"/>
                <a:ext cx="407553" cy="203528"/>
              </a:xfrm>
              <a:custGeom>
                <a:rect b="b" l="l" r="r" t="t"/>
                <a:pathLst>
                  <a:path extrusionOk="0" h="439" w="879">
                    <a:moveTo>
                      <a:pt x="879" y="55"/>
                    </a:moveTo>
                    <a:cubicBezTo>
                      <a:pt x="879" y="439"/>
                      <a:pt x="879" y="439"/>
                      <a:pt x="879" y="439"/>
                    </a:cubicBezTo>
                    <a:cubicBezTo>
                      <a:pt x="0" y="439"/>
                      <a:pt x="0" y="439"/>
                      <a:pt x="0" y="439"/>
                    </a:cubicBezTo>
                    <a:cubicBezTo>
                      <a:pt x="0" y="55"/>
                      <a:pt x="0" y="55"/>
                      <a:pt x="0" y="55"/>
                    </a:cubicBezTo>
                    <a:cubicBezTo>
                      <a:pt x="0" y="24"/>
                      <a:pt x="25" y="0"/>
                      <a:pt x="55" y="0"/>
                    </a:cubicBezTo>
                    <a:cubicBezTo>
                      <a:pt x="824" y="0"/>
                      <a:pt x="824" y="0"/>
                      <a:pt x="824" y="0"/>
                    </a:cubicBezTo>
                    <a:cubicBezTo>
                      <a:pt x="854" y="0"/>
                      <a:pt x="879" y="24"/>
                      <a:pt x="879" y="5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23"/>
              <p:cNvSpPr/>
              <p:nvPr/>
            </p:nvSpPr>
            <p:spPr>
              <a:xfrm>
                <a:off x="2080091" y="2234928"/>
                <a:ext cx="341100" cy="864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23"/>
              <p:cNvSpPr/>
              <p:nvPr/>
            </p:nvSpPr>
            <p:spPr>
              <a:xfrm>
                <a:off x="2207483" y="2234928"/>
                <a:ext cx="194894" cy="86283"/>
              </a:xfrm>
              <a:custGeom>
                <a:rect b="b" l="l" r="r" t="t"/>
                <a:pathLst>
                  <a:path extrusionOk="0" h="170" w="384">
                    <a:moveTo>
                      <a:pt x="384" y="0"/>
                    </a:moveTo>
                    <a:lnTo>
                      <a:pt x="270" y="170"/>
                    </a:lnTo>
                    <a:lnTo>
                      <a:pt x="0" y="170"/>
                    </a:lnTo>
                    <a:lnTo>
                      <a:pt x="113" y="0"/>
                    </a:lnTo>
                    <a:lnTo>
                      <a:pt x="384"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23"/>
              <p:cNvSpPr/>
              <p:nvPr/>
            </p:nvSpPr>
            <p:spPr>
              <a:xfrm>
                <a:off x="2089734" y="2234928"/>
                <a:ext cx="125869" cy="86283"/>
              </a:xfrm>
              <a:custGeom>
                <a:rect b="b" l="l" r="r" t="t"/>
                <a:pathLst>
                  <a:path extrusionOk="0" h="170" w="248">
                    <a:moveTo>
                      <a:pt x="248" y="0"/>
                    </a:moveTo>
                    <a:lnTo>
                      <a:pt x="135" y="170"/>
                    </a:lnTo>
                    <a:lnTo>
                      <a:pt x="0" y="170"/>
                    </a:lnTo>
                    <a:lnTo>
                      <a:pt x="113" y="0"/>
                    </a:lnTo>
                    <a:lnTo>
                      <a:pt x="248"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23"/>
              <p:cNvSpPr/>
              <p:nvPr/>
            </p:nvSpPr>
            <p:spPr>
              <a:xfrm>
                <a:off x="2080091" y="2420691"/>
                <a:ext cx="72070" cy="49740"/>
              </a:xfrm>
              <a:custGeom>
                <a:rect b="b" l="l" r="r" t="t"/>
                <a:pathLst>
                  <a:path extrusionOk="0" h="107" w="155">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23"/>
              <p:cNvSpPr/>
              <p:nvPr/>
            </p:nvSpPr>
            <p:spPr>
              <a:xfrm>
                <a:off x="2169925" y="2420691"/>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23"/>
              <p:cNvSpPr/>
              <p:nvPr/>
            </p:nvSpPr>
            <p:spPr>
              <a:xfrm>
                <a:off x="2259252" y="2420691"/>
                <a:ext cx="72578"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23"/>
              <p:cNvSpPr/>
              <p:nvPr/>
            </p:nvSpPr>
            <p:spPr>
              <a:xfrm>
                <a:off x="2349086" y="2420691"/>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23"/>
              <p:cNvSpPr/>
              <p:nvPr/>
            </p:nvSpPr>
            <p:spPr>
              <a:xfrm>
                <a:off x="2080091" y="2486165"/>
                <a:ext cx="72070" cy="49740"/>
              </a:xfrm>
              <a:custGeom>
                <a:rect b="b" l="l" r="r" t="t"/>
                <a:pathLst>
                  <a:path extrusionOk="0" h="107" w="155">
                    <a:moveTo>
                      <a:pt x="131" y="0"/>
                    </a:moveTo>
                    <a:cubicBezTo>
                      <a:pt x="24" y="0"/>
                      <a:pt x="24" y="0"/>
                      <a:pt x="24" y="0"/>
                    </a:cubicBezTo>
                    <a:cubicBezTo>
                      <a:pt x="11" y="0"/>
                      <a:pt x="0" y="11"/>
                      <a:pt x="0" y="25"/>
                    </a:cubicBezTo>
                    <a:cubicBezTo>
                      <a:pt x="0" y="81"/>
                      <a:pt x="0" y="81"/>
                      <a:pt x="0" y="81"/>
                    </a:cubicBezTo>
                    <a:cubicBezTo>
                      <a:pt x="0" y="95"/>
                      <a:pt x="11" y="107"/>
                      <a:pt x="24" y="107"/>
                    </a:cubicBezTo>
                    <a:cubicBezTo>
                      <a:pt x="131" y="107"/>
                      <a:pt x="131" y="107"/>
                      <a:pt x="131" y="107"/>
                    </a:cubicBezTo>
                    <a:cubicBezTo>
                      <a:pt x="145" y="107"/>
                      <a:pt x="155" y="95"/>
                      <a:pt x="155" y="81"/>
                    </a:cubicBezTo>
                    <a:cubicBezTo>
                      <a:pt x="155" y="25"/>
                      <a:pt x="155" y="25"/>
                      <a:pt x="155" y="25"/>
                    </a:cubicBezTo>
                    <a:cubicBezTo>
                      <a:pt x="155"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23"/>
              <p:cNvSpPr/>
              <p:nvPr/>
            </p:nvSpPr>
            <p:spPr>
              <a:xfrm>
                <a:off x="2169925" y="2486165"/>
                <a:ext cx="72070"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23"/>
              <p:cNvSpPr/>
              <p:nvPr/>
            </p:nvSpPr>
            <p:spPr>
              <a:xfrm>
                <a:off x="2259252" y="2486165"/>
                <a:ext cx="72578"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23"/>
              <p:cNvSpPr/>
              <p:nvPr/>
            </p:nvSpPr>
            <p:spPr>
              <a:xfrm>
                <a:off x="2349086" y="2486165"/>
                <a:ext cx="72070" cy="49740"/>
              </a:xfrm>
              <a:custGeom>
                <a:rect b="b" l="l" r="r" t="t"/>
                <a:pathLst>
                  <a:path extrusionOk="0" h="107" w="156">
                    <a:moveTo>
                      <a:pt x="131" y="0"/>
                    </a:moveTo>
                    <a:cubicBezTo>
                      <a:pt x="25" y="0"/>
                      <a:pt x="25" y="0"/>
                      <a:pt x="25" y="0"/>
                    </a:cubicBezTo>
                    <a:cubicBezTo>
                      <a:pt x="11" y="0"/>
                      <a:pt x="0" y="11"/>
                      <a:pt x="0" y="25"/>
                    </a:cubicBezTo>
                    <a:cubicBezTo>
                      <a:pt x="0" y="81"/>
                      <a:pt x="0" y="81"/>
                      <a:pt x="0" y="81"/>
                    </a:cubicBezTo>
                    <a:cubicBezTo>
                      <a:pt x="0" y="95"/>
                      <a:pt x="11" y="107"/>
                      <a:pt x="25" y="107"/>
                    </a:cubicBezTo>
                    <a:cubicBezTo>
                      <a:pt x="131" y="107"/>
                      <a:pt x="131" y="107"/>
                      <a:pt x="131" y="107"/>
                    </a:cubicBezTo>
                    <a:cubicBezTo>
                      <a:pt x="145" y="107"/>
                      <a:pt x="156" y="95"/>
                      <a:pt x="156" y="81"/>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2" name="Google Shape;632;p23"/>
              <p:cNvSpPr/>
              <p:nvPr/>
            </p:nvSpPr>
            <p:spPr>
              <a:xfrm>
                <a:off x="2080091" y="2551131"/>
                <a:ext cx="72070" cy="49740"/>
              </a:xfrm>
              <a:custGeom>
                <a:rect b="b" l="l" r="r" t="t"/>
                <a:pathLst>
                  <a:path extrusionOk="0" h="107" w="155">
                    <a:moveTo>
                      <a:pt x="131" y="0"/>
                    </a:moveTo>
                    <a:cubicBezTo>
                      <a:pt x="24" y="0"/>
                      <a:pt x="24" y="0"/>
                      <a:pt x="24" y="0"/>
                    </a:cubicBezTo>
                    <a:cubicBezTo>
                      <a:pt x="11" y="0"/>
                      <a:pt x="0" y="11"/>
                      <a:pt x="0" y="25"/>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5"/>
                      <a:pt x="155" y="25"/>
                      <a:pt x="155" y="25"/>
                    </a:cubicBezTo>
                    <a:cubicBezTo>
                      <a:pt x="155"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23"/>
              <p:cNvSpPr/>
              <p:nvPr/>
            </p:nvSpPr>
            <p:spPr>
              <a:xfrm>
                <a:off x="2169925" y="2551131"/>
                <a:ext cx="72070"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23"/>
              <p:cNvSpPr/>
              <p:nvPr/>
            </p:nvSpPr>
            <p:spPr>
              <a:xfrm>
                <a:off x="2259252" y="2551131"/>
                <a:ext cx="72578"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23"/>
              <p:cNvSpPr/>
              <p:nvPr/>
            </p:nvSpPr>
            <p:spPr>
              <a:xfrm>
                <a:off x="2349086" y="2551131"/>
                <a:ext cx="72070" cy="49740"/>
              </a:xfrm>
              <a:custGeom>
                <a:rect b="b" l="l" r="r" t="t"/>
                <a:pathLst>
                  <a:path extrusionOk="0" h="107" w="156">
                    <a:moveTo>
                      <a:pt x="131" y="0"/>
                    </a:moveTo>
                    <a:cubicBezTo>
                      <a:pt x="25" y="0"/>
                      <a:pt x="25" y="0"/>
                      <a:pt x="25" y="0"/>
                    </a:cubicBezTo>
                    <a:cubicBezTo>
                      <a:pt x="11" y="0"/>
                      <a:pt x="0" y="11"/>
                      <a:pt x="0" y="25"/>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5"/>
                      <a:pt x="156" y="25"/>
                      <a:pt x="156" y="25"/>
                    </a:cubicBezTo>
                    <a:cubicBezTo>
                      <a:pt x="156" y="11"/>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23"/>
              <p:cNvSpPr/>
              <p:nvPr/>
            </p:nvSpPr>
            <p:spPr>
              <a:xfrm>
                <a:off x="2080091" y="2616098"/>
                <a:ext cx="72070" cy="49740"/>
              </a:xfrm>
              <a:custGeom>
                <a:rect b="b" l="l" r="r" t="t"/>
                <a:pathLst>
                  <a:path extrusionOk="0" h="107" w="155">
                    <a:moveTo>
                      <a:pt x="131" y="0"/>
                    </a:moveTo>
                    <a:cubicBezTo>
                      <a:pt x="24" y="0"/>
                      <a:pt x="24" y="0"/>
                      <a:pt x="24" y="0"/>
                    </a:cubicBezTo>
                    <a:cubicBezTo>
                      <a:pt x="11" y="0"/>
                      <a:pt x="0" y="12"/>
                      <a:pt x="0" y="26"/>
                    </a:cubicBezTo>
                    <a:cubicBezTo>
                      <a:pt x="0" y="82"/>
                      <a:pt x="0" y="82"/>
                      <a:pt x="0" y="82"/>
                    </a:cubicBezTo>
                    <a:cubicBezTo>
                      <a:pt x="0" y="96"/>
                      <a:pt x="11" y="107"/>
                      <a:pt x="24" y="107"/>
                    </a:cubicBezTo>
                    <a:cubicBezTo>
                      <a:pt x="131" y="107"/>
                      <a:pt x="131" y="107"/>
                      <a:pt x="131" y="107"/>
                    </a:cubicBezTo>
                    <a:cubicBezTo>
                      <a:pt x="145" y="107"/>
                      <a:pt x="155" y="96"/>
                      <a:pt x="155" y="82"/>
                    </a:cubicBezTo>
                    <a:cubicBezTo>
                      <a:pt x="155" y="26"/>
                      <a:pt x="155" y="26"/>
                      <a:pt x="155" y="26"/>
                    </a:cubicBezTo>
                    <a:cubicBezTo>
                      <a:pt x="155"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23"/>
              <p:cNvSpPr/>
              <p:nvPr/>
            </p:nvSpPr>
            <p:spPr>
              <a:xfrm>
                <a:off x="2169925" y="2616098"/>
                <a:ext cx="72070"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23"/>
              <p:cNvSpPr/>
              <p:nvPr/>
            </p:nvSpPr>
            <p:spPr>
              <a:xfrm>
                <a:off x="2259252" y="2616098"/>
                <a:ext cx="72578" cy="49740"/>
              </a:xfrm>
              <a:custGeom>
                <a:rect b="b" l="l" r="r" t="t"/>
                <a:pathLst>
                  <a:path extrusionOk="0" h="107" w="156">
                    <a:moveTo>
                      <a:pt x="131" y="0"/>
                    </a:moveTo>
                    <a:cubicBezTo>
                      <a:pt x="25" y="0"/>
                      <a:pt x="25" y="0"/>
                      <a:pt x="25" y="0"/>
                    </a:cubicBezTo>
                    <a:cubicBezTo>
                      <a:pt x="11" y="0"/>
                      <a:pt x="0" y="12"/>
                      <a:pt x="0" y="26"/>
                    </a:cubicBezTo>
                    <a:cubicBezTo>
                      <a:pt x="0" y="82"/>
                      <a:pt x="0" y="82"/>
                      <a:pt x="0" y="82"/>
                    </a:cubicBezTo>
                    <a:cubicBezTo>
                      <a:pt x="0" y="96"/>
                      <a:pt x="11" y="107"/>
                      <a:pt x="25" y="107"/>
                    </a:cubicBezTo>
                    <a:cubicBezTo>
                      <a:pt x="131" y="107"/>
                      <a:pt x="131" y="107"/>
                      <a:pt x="131" y="107"/>
                    </a:cubicBezTo>
                    <a:cubicBezTo>
                      <a:pt x="145" y="107"/>
                      <a:pt x="156" y="96"/>
                      <a:pt x="156" y="82"/>
                    </a:cubicBezTo>
                    <a:cubicBezTo>
                      <a:pt x="156" y="26"/>
                      <a:pt x="156" y="26"/>
                      <a:pt x="156" y="26"/>
                    </a:cubicBezTo>
                    <a:cubicBezTo>
                      <a:pt x="156" y="12"/>
                      <a:pt x="145" y="0"/>
                      <a:pt x="13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23"/>
              <p:cNvSpPr/>
              <p:nvPr/>
            </p:nvSpPr>
            <p:spPr>
              <a:xfrm>
                <a:off x="2080091" y="2681572"/>
                <a:ext cx="72070" cy="49232"/>
              </a:xfrm>
              <a:custGeom>
                <a:rect b="b" l="l" r="r" t="t"/>
                <a:pathLst>
                  <a:path extrusionOk="0" h="106" w="155">
                    <a:moveTo>
                      <a:pt x="131" y="0"/>
                    </a:moveTo>
                    <a:cubicBezTo>
                      <a:pt x="24" y="0"/>
                      <a:pt x="24" y="0"/>
                      <a:pt x="24" y="0"/>
                    </a:cubicBezTo>
                    <a:cubicBezTo>
                      <a:pt x="11" y="0"/>
                      <a:pt x="0" y="11"/>
                      <a:pt x="0" y="25"/>
                    </a:cubicBezTo>
                    <a:cubicBezTo>
                      <a:pt x="0" y="81"/>
                      <a:pt x="0" y="81"/>
                      <a:pt x="0" y="81"/>
                    </a:cubicBezTo>
                    <a:cubicBezTo>
                      <a:pt x="0" y="95"/>
                      <a:pt x="11" y="106"/>
                      <a:pt x="24" y="106"/>
                    </a:cubicBezTo>
                    <a:cubicBezTo>
                      <a:pt x="131" y="106"/>
                      <a:pt x="131" y="106"/>
                      <a:pt x="131" y="106"/>
                    </a:cubicBezTo>
                    <a:cubicBezTo>
                      <a:pt x="145" y="106"/>
                      <a:pt x="155" y="95"/>
                      <a:pt x="155" y="81"/>
                    </a:cubicBezTo>
                    <a:cubicBezTo>
                      <a:pt x="155" y="25"/>
                      <a:pt x="155" y="25"/>
                      <a:pt x="155" y="25"/>
                    </a:cubicBezTo>
                    <a:cubicBezTo>
                      <a:pt x="155"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23"/>
              <p:cNvSpPr/>
              <p:nvPr/>
            </p:nvSpPr>
            <p:spPr>
              <a:xfrm>
                <a:off x="2169925" y="2681572"/>
                <a:ext cx="72070" cy="49232"/>
              </a:xfrm>
              <a:custGeom>
                <a:rect b="b" l="l" r="r" t="t"/>
                <a:pathLst>
                  <a:path extrusionOk="0" h="106" w="156">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23"/>
              <p:cNvSpPr/>
              <p:nvPr/>
            </p:nvSpPr>
            <p:spPr>
              <a:xfrm>
                <a:off x="2259252" y="2681572"/>
                <a:ext cx="72578" cy="49232"/>
              </a:xfrm>
              <a:custGeom>
                <a:rect b="b" l="l" r="r" t="t"/>
                <a:pathLst>
                  <a:path extrusionOk="0" h="106" w="156">
                    <a:moveTo>
                      <a:pt x="131" y="0"/>
                    </a:moveTo>
                    <a:cubicBezTo>
                      <a:pt x="25" y="0"/>
                      <a:pt x="25" y="0"/>
                      <a:pt x="25" y="0"/>
                    </a:cubicBezTo>
                    <a:cubicBezTo>
                      <a:pt x="11" y="0"/>
                      <a:pt x="0" y="11"/>
                      <a:pt x="0" y="25"/>
                    </a:cubicBezTo>
                    <a:cubicBezTo>
                      <a:pt x="0" y="81"/>
                      <a:pt x="0" y="81"/>
                      <a:pt x="0" y="81"/>
                    </a:cubicBezTo>
                    <a:cubicBezTo>
                      <a:pt x="0" y="95"/>
                      <a:pt x="11" y="106"/>
                      <a:pt x="25" y="106"/>
                    </a:cubicBezTo>
                    <a:cubicBezTo>
                      <a:pt x="131" y="106"/>
                      <a:pt x="131" y="106"/>
                      <a:pt x="131" y="106"/>
                    </a:cubicBezTo>
                    <a:cubicBezTo>
                      <a:pt x="145" y="106"/>
                      <a:pt x="156" y="95"/>
                      <a:pt x="156" y="81"/>
                    </a:cubicBezTo>
                    <a:cubicBezTo>
                      <a:pt x="156" y="25"/>
                      <a:pt x="156" y="25"/>
                      <a:pt x="156" y="25"/>
                    </a:cubicBezTo>
                    <a:cubicBezTo>
                      <a:pt x="156" y="11"/>
                      <a:pt x="145" y="0"/>
                      <a:pt x="13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23"/>
              <p:cNvSpPr/>
              <p:nvPr/>
            </p:nvSpPr>
            <p:spPr>
              <a:xfrm>
                <a:off x="2349086" y="2616098"/>
                <a:ext cx="72070" cy="114706"/>
              </a:xfrm>
              <a:custGeom>
                <a:rect b="b" l="l" r="r" t="t"/>
                <a:pathLst>
                  <a:path extrusionOk="0" h="247" w="156">
                    <a:moveTo>
                      <a:pt x="156" y="26"/>
                    </a:moveTo>
                    <a:cubicBezTo>
                      <a:pt x="156" y="12"/>
                      <a:pt x="145" y="0"/>
                      <a:pt x="131" y="0"/>
                    </a:cubicBezTo>
                    <a:cubicBezTo>
                      <a:pt x="25" y="0"/>
                      <a:pt x="25" y="0"/>
                      <a:pt x="25" y="0"/>
                    </a:cubicBezTo>
                    <a:cubicBezTo>
                      <a:pt x="11" y="0"/>
                      <a:pt x="0" y="12"/>
                      <a:pt x="0" y="26"/>
                    </a:cubicBezTo>
                    <a:cubicBezTo>
                      <a:pt x="0" y="82"/>
                      <a:pt x="0" y="82"/>
                      <a:pt x="0" y="82"/>
                    </a:cubicBezTo>
                    <a:cubicBezTo>
                      <a:pt x="0" y="83"/>
                      <a:pt x="1" y="84"/>
                      <a:pt x="1" y="84"/>
                    </a:cubicBezTo>
                    <a:cubicBezTo>
                      <a:pt x="1" y="86"/>
                      <a:pt x="0" y="87"/>
                      <a:pt x="0" y="88"/>
                    </a:cubicBezTo>
                    <a:cubicBezTo>
                      <a:pt x="0" y="164"/>
                      <a:pt x="0" y="164"/>
                      <a:pt x="0" y="164"/>
                    </a:cubicBezTo>
                    <a:cubicBezTo>
                      <a:pt x="0" y="165"/>
                      <a:pt x="0" y="165"/>
                      <a:pt x="0" y="165"/>
                    </a:cubicBezTo>
                    <a:cubicBezTo>
                      <a:pt x="0" y="166"/>
                      <a:pt x="0" y="166"/>
                      <a:pt x="0" y="166"/>
                    </a:cubicBezTo>
                    <a:cubicBezTo>
                      <a:pt x="0" y="222"/>
                      <a:pt x="0" y="222"/>
                      <a:pt x="0" y="222"/>
                    </a:cubicBezTo>
                    <a:cubicBezTo>
                      <a:pt x="0" y="236"/>
                      <a:pt x="11" y="247"/>
                      <a:pt x="25" y="247"/>
                    </a:cubicBezTo>
                    <a:cubicBezTo>
                      <a:pt x="131" y="247"/>
                      <a:pt x="131" y="247"/>
                      <a:pt x="131" y="247"/>
                    </a:cubicBezTo>
                    <a:cubicBezTo>
                      <a:pt x="145" y="247"/>
                      <a:pt x="156" y="236"/>
                      <a:pt x="156" y="222"/>
                    </a:cubicBezTo>
                    <a:cubicBezTo>
                      <a:pt x="156" y="166"/>
                      <a:pt x="156" y="166"/>
                      <a:pt x="156" y="166"/>
                    </a:cubicBezTo>
                    <a:cubicBezTo>
                      <a:pt x="156" y="165"/>
                      <a:pt x="156" y="165"/>
                      <a:pt x="156" y="165"/>
                    </a:cubicBezTo>
                    <a:cubicBezTo>
                      <a:pt x="156" y="164"/>
                      <a:pt x="156" y="164"/>
                      <a:pt x="156" y="164"/>
                    </a:cubicBezTo>
                    <a:cubicBezTo>
                      <a:pt x="156" y="88"/>
                      <a:pt x="156" y="88"/>
                      <a:pt x="156" y="88"/>
                    </a:cubicBezTo>
                    <a:cubicBezTo>
                      <a:pt x="156" y="87"/>
                      <a:pt x="156" y="86"/>
                      <a:pt x="156" y="84"/>
                    </a:cubicBezTo>
                    <a:cubicBezTo>
                      <a:pt x="156" y="84"/>
                      <a:pt x="156" y="83"/>
                      <a:pt x="156" y="82"/>
                    </a:cubicBezTo>
                    <a:lnTo>
                      <a:pt x="156" y="2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23"/>
              <p:cNvSpPr/>
              <p:nvPr/>
            </p:nvSpPr>
            <p:spPr>
              <a:xfrm>
                <a:off x="2080091" y="2368413"/>
                <a:ext cx="65473" cy="34513"/>
              </a:xfrm>
              <a:custGeom>
                <a:rect b="b" l="l" r="r" t="t"/>
                <a:pathLst>
                  <a:path extrusionOk="0" h="74" w="141">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23"/>
              <p:cNvSpPr/>
              <p:nvPr/>
            </p:nvSpPr>
            <p:spPr>
              <a:xfrm>
                <a:off x="2355684" y="2368413"/>
                <a:ext cx="65473" cy="34513"/>
              </a:xfrm>
              <a:custGeom>
                <a:rect b="b" l="l" r="r" t="t"/>
                <a:pathLst>
                  <a:path extrusionOk="0" h="74" w="141">
                    <a:moveTo>
                      <a:pt x="125" y="0"/>
                    </a:moveTo>
                    <a:cubicBezTo>
                      <a:pt x="16" y="0"/>
                      <a:pt x="16" y="0"/>
                      <a:pt x="16" y="0"/>
                    </a:cubicBezTo>
                    <a:cubicBezTo>
                      <a:pt x="7" y="0"/>
                      <a:pt x="0" y="7"/>
                      <a:pt x="0" y="16"/>
                    </a:cubicBezTo>
                    <a:cubicBezTo>
                      <a:pt x="0" y="59"/>
                      <a:pt x="0" y="59"/>
                      <a:pt x="0" y="59"/>
                    </a:cubicBezTo>
                    <a:cubicBezTo>
                      <a:pt x="0" y="67"/>
                      <a:pt x="7" y="74"/>
                      <a:pt x="16" y="74"/>
                    </a:cubicBezTo>
                    <a:cubicBezTo>
                      <a:pt x="125" y="74"/>
                      <a:pt x="125" y="74"/>
                      <a:pt x="125" y="74"/>
                    </a:cubicBezTo>
                    <a:cubicBezTo>
                      <a:pt x="134" y="74"/>
                      <a:pt x="141" y="67"/>
                      <a:pt x="141" y="59"/>
                    </a:cubicBezTo>
                    <a:cubicBezTo>
                      <a:pt x="141" y="16"/>
                      <a:pt x="141" y="16"/>
                      <a:pt x="141" y="16"/>
                    </a:cubicBezTo>
                    <a:cubicBezTo>
                      <a:pt x="141" y="7"/>
                      <a:pt x="134" y="0"/>
                      <a:pt x="125"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5" name="Google Shape;645;p23"/>
              <p:cNvSpPr/>
              <p:nvPr/>
            </p:nvSpPr>
            <p:spPr>
              <a:xfrm>
                <a:off x="2163327" y="2368413"/>
                <a:ext cx="49231"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23"/>
              <p:cNvSpPr/>
              <p:nvPr/>
            </p:nvSpPr>
            <p:spPr>
              <a:xfrm>
                <a:off x="2226262" y="2368413"/>
                <a:ext cx="49231"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23"/>
              <p:cNvSpPr/>
              <p:nvPr/>
            </p:nvSpPr>
            <p:spPr>
              <a:xfrm>
                <a:off x="2289704" y="2368413"/>
                <a:ext cx="48724" cy="34513"/>
              </a:xfrm>
              <a:custGeom>
                <a:rect b="b" l="l" r="r" t="t"/>
                <a:pathLst>
                  <a:path extrusionOk="0" h="74" w="106">
                    <a:moveTo>
                      <a:pt x="91" y="0"/>
                    </a:moveTo>
                    <a:cubicBezTo>
                      <a:pt x="16" y="0"/>
                      <a:pt x="16" y="0"/>
                      <a:pt x="16" y="0"/>
                    </a:cubicBezTo>
                    <a:cubicBezTo>
                      <a:pt x="7" y="0"/>
                      <a:pt x="0" y="7"/>
                      <a:pt x="0" y="16"/>
                    </a:cubicBezTo>
                    <a:cubicBezTo>
                      <a:pt x="0" y="59"/>
                      <a:pt x="0" y="59"/>
                      <a:pt x="0" y="59"/>
                    </a:cubicBezTo>
                    <a:cubicBezTo>
                      <a:pt x="0" y="67"/>
                      <a:pt x="7" y="74"/>
                      <a:pt x="16" y="74"/>
                    </a:cubicBezTo>
                    <a:cubicBezTo>
                      <a:pt x="91" y="74"/>
                      <a:pt x="91" y="74"/>
                      <a:pt x="91" y="74"/>
                    </a:cubicBezTo>
                    <a:cubicBezTo>
                      <a:pt x="99" y="74"/>
                      <a:pt x="106" y="67"/>
                      <a:pt x="106" y="59"/>
                    </a:cubicBezTo>
                    <a:cubicBezTo>
                      <a:pt x="106" y="16"/>
                      <a:pt x="106" y="16"/>
                      <a:pt x="106" y="16"/>
                    </a:cubicBezTo>
                    <a:cubicBezTo>
                      <a:pt x="106" y="7"/>
                      <a:pt x="99" y="0"/>
                      <a:pt x="91"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23"/>
              <p:cNvSpPr/>
              <p:nvPr/>
            </p:nvSpPr>
            <p:spPr>
              <a:xfrm>
                <a:off x="2080091" y="2179097"/>
                <a:ext cx="121302" cy="26900"/>
              </a:xfrm>
              <a:custGeom>
                <a:rect b="b" l="l" r="r" t="t"/>
                <a:pathLst>
                  <a:path extrusionOk="0" h="58" w="261">
                    <a:moveTo>
                      <a:pt x="232" y="0"/>
                    </a:moveTo>
                    <a:cubicBezTo>
                      <a:pt x="29" y="0"/>
                      <a:pt x="29" y="0"/>
                      <a:pt x="29" y="0"/>
                    </a:cubicBezTo>
                    <a:cubicBezTo>
                      <a:pt x="13" y="0"/>
                      <a:pt x="0" y="13"/>
                      <a:pt x="0" y="29"/>
                    </a:cubicBezTo>
                    <a:cubicBezTo>
                      <a:pt x="0" y="45"/>
                      <a:pt x="13" y="58"/>
                      <a:pt x="29" y="58"/>
                    </a:cubicBezTo>
                    <a:cubicBezTo>
                      <a:pt x="232" y="58"/>
                      <a:pt x="232" y="58"/>
                      <a:pt x="232" y="58"/>
                    </a:cubicBezTo>
                    <a:cubicBezTo>
                      <a:pt x="248" y="58"/>
                      <a:pt x="261" y="45"/>
                      <a:pt x="261" y="29"/>
                    </a:cubicBezTo>
                    <a:cubicBezTo>
                      <a:pt x="261" y="13"/>
                      <a:pt x="248" y="0"/>
                      <a:pt x="232" y="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49" name="Google Shape;649;p23"/>
            <p:cNvGrpSpPr/>
            <p:nvPr/>
          </p:nvGrpSpPr>
          <p:grpSpPr>
            <a:xfrm>
              <a:off x="7164619" y="1316177"/>
              <a:ext cx="415198" cy="415198"/>
              <a:chOff x="1404969" y="1106377"/>
              <a:chExt cx="415198" cy="415198"/>
            </a:xfrm>
          </p:grpSpPr>
          <p:sp>
            <p:nvSpPr>
              <p:cNvPr id="650" name="Google Shape;650;p23"/>
              <p:cNvSpPr/>
              <p:nvPr/>
            </p:nvSpPr>
            <p:spPr>
              <a:xfrm>
                <a:off x="1404969" y="1106377"/>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1" name="Google Shape;651;p23"/>
              <p:cNvSpPr/>
              <p:nvPr/>
            </p:nvSpPr>
            <p:spPr>
              <a:xfrm>
                <a:off x="1460456" y="1163778"/>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52" name="Google Shape;652;p23"/>
            <p:cNvSpPr/>
            <p:nvPr/>
          </p:nvSpPr>
          <p:spPr>
            <a:xfrm>
              <a:off x="3840701" y="867524"/>
              <a:ext cx="531600" cy="876850"/>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3" name="Google Shape;653;p23"/>
            <p:cNvSpPr/>
            <p:nvPr/>
          </p:nvSpPr>
          <p:spPr>
            <a:xfrm>
              <a:off x="6535672" y="3138738"/>
              <a:ext cx="157450" cy="25972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23"/>
            <p:cNvSpPr/>
            <p:nvPr/>
          </p:nvSpPr>
          <p:spPr>
            <a:xfrm>
              <a:off x="5627753" y="3138762"/>
              <a:ext cx="653350" cy="64479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200"/>
              <a:buFont typeface="Baloo 2 ExtraBold"/>
              <a:buNone/>
              <a:defRPr sz="3200">
                <a:solidFill>
                  <a:schemeClr val="dk1"/>
                </a:solidFill>
                <a:latin typeface="Baloo 2 ExtraBold"/>
                <a:ea typeface="Baloo 2 ExtraBold"/>
                <a:cs typeface="Baloo 2 ExtraBold"/>
                <a:sym typeface="Baloo 2 ExtraBold"/>
              </a:defRPr>
            </a:lvl1pPr>
            <a:lvl2pPr lvl="1"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2pPr>
            <a:lvl3pPr lvl="2"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3pPr>
            <a:lvl4pPr lvl="3"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4pPr>
            <a:lvl5pPr lvl="4"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5pPr>
            <a:lvl6pPr lvl="5"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6pPr>
            <a:lvl7pPr lvl="6"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7pPr>
            <a:lvl8pPr lvl="7"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8pPr>
            <a:lvl9pPr lvl="8" rtl="0">
              <a:spcBef>
                <a:spcPts val="0"/>
              </a:spcBef>
              <a:spcAft>
                <a:spcPts val="0"/>
              </a:spcAft>
              <a:buClr>
                <a:schemeClr val="dk1"/>
              </a:buClr>
              <a:buSzPts val="3000"/>
              <a:buFont typeface="Baloo 2 ExtraBold"/>
              <a:buNone/>
              <a:defRPr sz="3000">
                <a:solidFill>
                  <a:schemeClr val="dk1"/>
                </a:solidFill>
                <a:latin typeface="Baloo 2 ExtraBold"/>
                <a:ea typeface="Baloo 2 ExtraBold"/>
                <a:cs typeface="Baloo 2 ExtraBold"/>
                <a:sym typeface="Baloo 2 ExtraBold"/>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indent="-317500" lvl="1" marL="914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indent="-317500" lvl="2" marL="1371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indent="-317500" lvl="3" marL="1828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indent="-317500" lvl="4" marL="22860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indent="-317500" lvl="5" marL="27432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indent="-317500" lvl="6" marL="32004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indent="-317500" lvl="7" marL="36576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indent="-317500" lvl="8" marL="41148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24"/>
          <p:cNvSpPr/>
          <p:nvPr/>
        </p:nvSpPr>
        <p:spPr>
          <a:xfrm>
            <a:off x="7330025" y="459500"/>
            <a:ext cx="1262100" cy="3504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60" name="Google Shape;660;p24"/>
          <p:cNvSpPr txBox="1"/>
          <p:nvPr>
            <p:ph type="ctrTitle"/>
          </p:nvPr>
        </p:nvSpPr>
        <p:spPr>
          <a:xfrm>
            <a:off x="713225" y="2634850"/>
            <a:ext cx="3862500" cy="138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4400"/>
              <a:t>Analisis Game Populer</a:t>
            </a:r>
            <a:r>
              <a:rPr lang="en" sz="4600"/>
              <a:t> </a:t>
            </a:r>
            <a:endParaRPr sz="4400"/>
          </a:p>
        </p:txBody>
      </p:sp>
      <p:sp>
        <p:nvSpPr>
          <p:cNvPr id="661" name="Google Shape;661;p24"/>
          <p:cNvSpPr txBox="1"/>
          <p:nvPr>
            <p:ph idx="1" type="subTitle"/>
          </p:nvPr>
        </p:nvSpPr>
        <p:spPr>
          <a:xfrm>
            <a:off x="713225" y="3970798"/>
            <a:ext cx="3862500" cy="40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is where your presentation begins</a:t>
            </a:r>
            <a:endParaRPr/>
          </a:p>
        </p:txBody>
      </p:sp>
      <p:sp>
        <p:nvSpPr>
          <p:cNvPr id="662" name="Google Shape;662;p24"/>
          <p:cNvSpPr txBox="1"/>
          <p:nvPr>
            <p:ph idx="1" type="subTitle"/>
          </p:nvPr>
        </p:nvSpPr>
        <p:spPr>
          <a:xfrm>
            <a:off x="7417325" y="432175"/>
            <a:ext cx="1087500" cy="405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2"/>
                </a:solidFill>
                <a:latin typeface="Baloo 2 ExtraBold"/>
                <a:ea typeface="Baloo 2 ExtraBold"/>
                <a:cs typeface="Baloo 2 ExtraBold"/>
                <a:sym typeface="Baloo 2 ExtraBold"/>
              </a:rPr>
              <a:t>6th Grade</a:t>
            </a:r>
            <a:endParaRPr>
              <a:solidFill>
                <a:schemeClr val="dk2"/>
              </a:solidFill>
              <a:latin typeface="Baloo 2 ExtraBold"/>
              <a:ea typeface="Baloo 2 ExtraBold"/>
              <a:cs typeface="Baloo 2 ExtraBold"/>
              <a:sym typeface="Baloo 2 ExtraBold"/>
            </a:endParaRPr>
          </a:p>
        </p:txBody>
      </p:sp>
      <p:grpSp>
        <p:nvGrpSpPr>
          <p:cNvPr id="663" name="Google Shape;663;p24"/>
          <p:cNvGrpSpPr/>
          <p:nvPr/>
        </p:nvGrpSpPr>
        <p:grpSpPr>
          <a:xfrm>
            <a:off x="4765672" y="760436"/>
            <a:ext cx="3246799" cy="3446635"/>
            <a:chOff x="4765672" y="760436"/>
            <a:chExt cx="3246799" cy="3446635"/>
          </a:xfrm>
        </p:grpSpPr>
        <p:sp>
          <p:nvSpPr>
            <p:cNvPr id="664" name="Google Shape;664;p24"/>
            <p:cNvSpPr/>
            <p:nvPr/>
          </p:nvSpPr>
          <p:spPr>
            <a:xfrm>
              <a:off x="4980353" y="1104437"/>
              <a:ext cx="653350" cy="644790"/>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65" name="Google Shape;665;p24"/>
            <p:cNvGrpSpPr/>
            <p:nvPr/>
          </p:nvGrpSpPr>
          <p:grpSpPr>
            <a:xfrm>
              <a:off x="5401276" y="1531636"/>
              <a:ext cx="1966177" cy="1269999"/>
              <a:chOff x="5401276" y="1531636"/>
              <a:chExt cx="1966177" cy="1269999"/>
            </a:xfrm>
          </p:grpSpPr>
          <p:sp>
            <p:nvSpPr>
              <p:cNvPr id="666" name="Google Shape;666;p24"/>
              <p:cNvSpPr/>
              <p:nvPr/>
            </p:nvSpPr>
            <p:spPr>
              <a:xfrm>
                <a:off x="5401276" y="1651521"/>
                <a:ext cx="1966177" cy="115011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24"/>
              <p:cNvSpPr/>
              <p:nvPr/>
            </p:nvSpPr>
            <p:spPr>
              <a:xfrm>
                <a:off x="5401276" y="1531636"/>
                <a:ext cx="1966109" cy="119885"/>
              </a:xfrm>
              <a:custGeom>
                <a:rect b="b" l="l" r="r" t="t"/>
                <a:pathLst>
                  <a:path extrusionOk="0" h="153" w="2512">
                    <a:moveTo>
                      <a:pt x="2512" y="73"/>
                    </a:moveTo>
                    <a:cubicBezTo>
                      <a:pt x="2512" y="153"/>
                      <a:pt x="2512" y="153"/>
                      <a:pt x="2512" y="153"/>
                    </a:cubicBezTo>
                    <a:cubicBezTo>
                      <a:pt x="0" y="153"/>
                      <a:pt x="0" y="153"/>
                      <a:pt x="0" y="153"/>
                    </a:cubicBezTo>
                    <a:cubicBezTo>
                      <a:pt x="0" y="73"/>
                      <a:pt x="0" y="73"/>
                      <a:pt x="0" y="73"/>
                    </a:cubicBezTo>
                    <a:cubicBezTo>
                      <a:pt x="0" y="33"/>
                      <a:pt x="32" y="0"/>
                      <a:pt x="72" y="0"/>
                    </a:cubicBezTo>
                    <a:cubicBezTo>
                      <a:pt x="2440" y="0"/>
                      <a:pt x="2440" y="0"/>
                      <a:pt x="2440" y="0"/>
                    </a:cubicBezTo>
                    <a:cubicBezTo>
                      <a:pt x="2480" y="0"/>
                      <a:pt x="2512" y="33"/>
                      <a:pt x="2512" y="73"/>
                    </a:cubicBezTo>
                    <a:close/>
                  </a:path>
                </a:pathLst>
              </a:custGeom>
              <a:solidFill>
                <a:srgbClr val="4C69B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8" name="Google Shape;668;p24"/>
              <p:cNvSpPr/>
              <p:nvPr/>
            </p:nvSpPr>
            <p:spPr>
              <a:xfrm>
                <a:off x="5454368" y="1564176"/>
                <a:ext cx="54780" cy="5478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9" name="Google Shape;669;p24"/>
              <p:cNvSpPr/>
              <p:nvPr/>
            </p:nvSpPr>
            <p:spPr>
              <a:xfrm>
                <a:off x="5538287" y="1564176"/>
                <a:ext cx="55586" cy="5478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0" name="Google Shape;670;p24"/>
              <p:cNvSpPr/>
              <p:nvPr/>
            </p:nvSpPr>
            <p:spPr>
              <a:xfrm>
                <a:off x="5623919" y="1564176"/>
                <a:ext cx="54780" cy="5478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1" name="Google Shape;671;p24"/>
              <p:cNvSpPr/>
              <p:nvPr/>
            </p:nvSpPr>
            <p:spPr>
              <a:xfrm>
                <a:off x="5498040" y="1803090"/>
                <a:ext cx="1773372" cy="6713"/>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2" name="Google Shape;672;p24"/>
              <p:cNvSpPr/>
              <p:nvPr/>
            </p:nvSpPr>
            <p:spPr>
              <a:xfrm>
                <a:off x="5498040" y="1983774"/>
                <a:ext cx="1773372" cy="6713"/>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24"/>
              <p:cNvSpPr/>
              <p:nvPr/>
            </p:nvSpPr>
            <p:spPr>
              <a:xfrm>
                <a:off x="5498040" y="2165314"/>
                <a:ext cx="1773372" cy="5908"/>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24"/>
              <p:cNvSpPr/>
              <p:nvPr/>
            </p:nvSpPr>
            <p:spPr>
              <a:xfrm>
                <a:off x="5498040" y="2345997"/>
                <a:ext cx="1773372" cy="5908"/>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5" name="Google Shape;675;p24"/>
              <p:cNvSpPr/>
              <p:nvPr/>
            </p:nvSpPr>
            <p:spPr>
              <a:xfrm>
                <a:off x="5498040" y="1888722"/>
                <a:ext cx="1773436" cy="834914"/>
              </a:xfrm>
              <a:custGeom>
                <a:rect b="b" l="l" r="r" t="t"/>
                <a:pathLst>
                  <a:path extrusionOk="0" h="1067" w="2266">
                    <a:moveTo>
                      <a:pt x="0" y="232"/>
                    </a:moveTo>
                    <a:cubicBezTo>
                      <a:pt x="137" y="97"/>
                      <a:pt x="137" y="97"/>
                      <a:pt x="137" y="97"/>
                    </a:cubicBezTo>
                    <a:cubicBezTo>
                      <a:pt x="226" y="9"/>
                      <a:pt x="367" y="0"/>
                      <a:pt x="466" y="76"/>
                    </a:cubicBezTo>
                    <a:cubicBezTo>
                      <a:pt x="852" y="371"/>
                      <a:pt x="852" y="371"/>
                      <a:pt x="852" y="371"/>
                    </a:cubicBezTo>
                    <a:cubicBezTo>
                      <a:pt x="949" y="446"/>
                      <a:pt x="1085" y="440"/>
                      <a:pt x="1174" y="357"/>
                    </a:cubicBezTo>
                    <a:cubicBezTo>
                      <a:pt x="1235" y="302"/>
                      <a:pt x="1235" y="302"/>
                      <a:pt x="1235" y="302"/>
                    </a:cubicBezTo>
                    <a:cubicBezTo>
                      <a:pt x="1308" y="235"/>
                      <a:pt x="1413" y="217"/>
                      <a:pt x="1504" y="256"/>
                    </a:cubicBezTo>
                    <a:cubicBezTo>
                      <a:pt x="2266" y="584"/>
                      <a:pt x="2266" y="584"/>
                      <a:pt x="2266" y="584"/>
                    </a:cubicBezTo>
                    <a:cubicBezTo>
                      <a:pt x="2266" y="1067"/>
                      <a:pt x="2266" y="1067"/>
                      <a:pt x="2266" y="1067"/>
                    </a:cubicBezTo>
                    <a:cubicBezTo>
                      <a:pt x="0" y="1067"/>
                      <a:pt x="0" y="1067"/>
                      <a:pt x="0" y="1067"/>
                    </a:cubicBezTo>
                    <a:lnTo>
                      <a:pt x="0" y="232"/>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6" name="Google Shape;676;p24"/>
              <p:cNvSpPr/>
              <p:nvPr/>
            </p:nvSpPr>
            <p:spPr>
              <a:xfrm>
                <a:off x="5498040" y="1923831"/>
                <a:ext cx="1773436" cy="799805"/>
              </a:xfrm>
              <a:custGeom>
                <a:rect b="b" l="l" r="r" t="t"/>
                <a:pathLst>
                  <a:path extrusionOk="0" h="1022" w="2266">
                    <a:moveTo>
                      <a:pt x="0" y="1022"/>
                    </a:moveTo>
                    <a:cubicBezTo>
                      <a:pt x="371" y="590"/>
                      <a:pt x="371" y="590"/>
                      <a:pt x="371" y="590"/>
                    </a:cubicBezTo>
                    <a:cubicBezTo>
                      <a:pt x="468" y="477"/>
                      <a:pt x="643" y="473"/>
                      <a:pt x="745" y="582"/>
                    </a:cubicBezTo>
                    <a:cubicBezTo>
                      <a:pt x="840" y="683"/>
                      <a:pt x="998" y="688"/>
                      <a:pt x="1100" y="594"/>
                    </a:cubicBezTo>
                    <a:cubicBezTo>
                      <a:pt x="1634" y="99"/>
                      <a:pt x="1634" y="99"/>
                      <a:pt x="1634" y="99"/>
                    </a:cubicBezTo>
                    <a:cubicBezTo>
                      <a:pt x="1741" y="0"/>
                      <a:pt x="1909" y="12"/>
                      <a:pt x="2001" y="125"/>
                    </a:cubicBezTo>
                    <a:cubicBezTo>
                      <a:pt x="2266" y="453"/>
                      <a:pt x="2266" y="453"/>
                      <a:pt x="2266" y="453"/>
                    </a:cubicBezTo>
                    <a:cubicBezTo>
                      <a:pt x="2266" y="1022"/>
                      <a:pt x="2266" y="1022"/>
                      <a:pt x="2266" y="1022"/>
                    </a:cubicBezTo>
                    <a:lnTo>
                      <a:pt x="0" y="1022"/>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77" name="Google Shape;677;p24"/>
            <p:cNvGrpSpPr/>
            <p:nvPr/>
          </p:nvGrpSpPr>
          <p:grpSpPr>
            <a:xfrm>
              <a:off x="6490512" y="1274487"/>
              <a:ext cx="570358" cy="534450"/>
              <a:chOff x="6490512" y="890962"/>
              <a:chExt cx="570358" cy="534450"/>
            </a:xfrm>
          </p:grpSpPr>
          <p:sp>
            <p:nvSpPr>
              <p:cNvPr id="678" name="Google Shape;678;p24"/>
              <p:cNvSpPr/>
              <p:nvPr/>
            </p:nvSpPr>
            <p:spPr>
              <a:xfrm>
                <a:off x="6490512" y="946623"/>
                <a:ext cx="570358" cy="478789"/>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9" name="Google Shape;679;p24"/>
              <p:cNvSpPr/>
              <p:nvPr/>
            </p:nvSpPr>
            <p:spPr>
              <a:xfrm>
                <a:off x="6581282" y="1372215"/>
                <a:ext cx="88883" cy="1450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0" name="Google Shape;680;p24"/>
              <p:cNvSpPr/>
              <p:nvPr/>
            </p:nvSpPr>
            <p:spPr>
              <a:xfrm>
                <a:off x="6530758" y="1361939"/>
                <a:ext cx="34372" cy="35177"/>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1" name="Google Shape;681;p24"/>
              <p:cNvSpPr/>
              <p:nvPr/>
            </p:nvSpPr>
            <p:spPr>
              <a:xfrm>
                <a:off x="6938367" y="1372215"/>
                <a:ext cx="89958" cy="14501"/>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2" name="Google Shape;682;p24"/>
              <p:cNvSpPr/>
              <p:nvPr/>
            </p:nvSpPr>
            <p:spPr>
              <a:xfrm>
                <a:off x="6888700" y="1361939"/>
                <a:ext cx="35177" cy="35177"/>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3" name="Google Shape;683;p24"/>
              <p:cNvSpPr/>
              <p:nvPr/>
            </p:nvSpPr>
            <p:spPr>
              <a:xfrm>
                <a:off x="6490512" y="890962"/>
                <a:ext cx="570309" cy="55661"/>
              </a:xfrm>
              <a:custGeom>
                <a:rect b="b" l="l" r="r" t="t"/>
                <a:pathLst>
                  <a:path extrusionOk="0" h="71" w="729">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4" name="Google Shape;684;p24"/>
              <p:cNvSpPr/>
              <p:nvPr/>
            </p:nvSpPr>
            <p:spPr>
              <a:xfrm>
                <a:off x="6514489" y="906376"/>
                <a:ext cx="25779" cy="2577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5" name="Google Shape;685;p24"/>
              <p:cNvSpPr/>
              <p:nvPr/>
            </p:nvSpPr>
            <p:spPr>
              <a:xfrm>
                <a:off x="6553879" y="906376"/>
                <a:ext cx="25779" cy="2577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6" name="Google Shape;686;p24"/>
              <p:cNvSpPr/>
              <p:nvPr/>
            </p:nvSpPr>
            <p:spPr>
              <a:xfrm>
                <a:off x="6593270" y="906376"/>
                <a:ext cx="26584" cy="25779"/>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7" name="Google Shape;687;p24"/>
              <p:cNvSpPr/>
              <p:nvPr/>
            </p:nvSpPr>
            <p:spPr>
              <a:xfrm>
                <a:off x="6591557" y="980876"/>
                <a:ext cx="368100" cy="3681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8" name="Google Shape;688;p24"/>
              <p:cNvSpPr/>
              <p:nvPr/>
            </p:nvSpPr>
            <p:spPr>
              <a:xfrm>
                <a:off x="6654069" y="1044243"/>
                <a:ext cx="236344" cy="236344"/>
              </a:xfrm>
              <a:custGeom>
                <a:rect b="b" l="l" r="r" t="t"/>
                <a:pathLst>
                  <a:path extrusionOk="0" h="301" w="302">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9" name="Google Shape;689;p24"/>
              <p:cNvSpPr/>
              <p:nvPr/>
            </p:nvSpPr>
            <p:spPr>
              <a:xfrm>
                <a:off x="6635229" y="1037393"/>
                <a:ext cx="116460" cy="110466"/>
              </a:xfrm>
              <a:custGeom>
                <a:rect b="b" l="l" r="r" t="t"/>
                <a:pathLst>
                  <a:path extrusionOk="0" h="141" w="149">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90" name="Google Shape;690;p24"/>
            <p:cNvGrpSpPr/>
            <p:nvPr/>
          </p:nvGrpSpPr>
          <p:grpSpPr>
            <a:xfrm>
              <a:off x="5094926" y="2317556"/>
              <a:ext cx="717033" cy="1014339"/>
              <a:chOff x="5094926" y="2317556"/>
              <a:chExt cx="717033" cy="1014339"/>
            </a:xfrm>
          </p:grpSpPr>
          <p:sp>
            <p:nvSpPr>
              <p:cNvPr id="691" name="Google Shape;691;p24"/>
              <p:cNvSpPr/>
              <p:nvPr/>
            </p:nvSpPr>
            <p:spPr>
              <a:xfrm>
                <a:off x="5094926" y="2395159"/>
                <a:ext cx="717033" cy="936736"/>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2" name="Google Shape;692;p24"/>
              <p:cNvSpPr/>
              <p:nvPr/>
            </p:nvSpPr>
            <p:spPr>
              <a:xfrm>
                <a:off x="5094926" y="2317556"/>
                <a:ext cx="717009" cy="77604"/>
              </a:xfrm>
              <a:custGeom>
                <a:rect b="b" l="l" r="r" t="t"/>
                <a:pathLst>
                  <a:path extrusionOk="0" h="78" w="718">
                    <a:moveTo>
                      <a:pt x="681" y="0"/>
                    </a:moveTo>
                    <a:cubicBezTo>
                      <a:pt x="37" y="0"/>
                      <a:pt x="37" y="0"/>
                      <a:pt x="37" y="0"/>
                    </a:cubicBezTo>
                    <a:cubicBezTo>
                      <a:pt x="16" y="0"/>
                      <a:pt x="0" y="16"/>
                      <a:pt x="0" y="37"/>
                    </a:cubicBezTo>
                    <a:cubicBezTo>
                      <a:pt x="0" y="78"/>
                      <a:pt x="0" y="78"/>
                      <a:pt x="0" y="78"/>
                    </a:cubicBezTo>
                    <a:cubicBezTo>
                      <a:pt x="718" y="78"/>
                      <a:pt x="718" y="78"/>
                      <a:pt x="718" y="78"/>
                    </a:cubicBezTo>
                    <a:cubicBezTo>
                      <a:pt x="718" y="37"/>
                      <a:pt x="718" y="37"/>
                      <a:pt x="718" y="37"/>
                    </a:cubicBezTo>
                    <a:cubicBezTo>
                      <a:pt x="718" y="16"/>
                      <a:pt x="701" y="0"/>
                      <a:pt x="681"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24"/>
              <p:cNvSpPr/>
              <p:nvPr/>
            </p:nvSpPr>
            <p:spPr>
              <a:xfrm>
                <a:off x="5128808" y="2338323"/>
                <a:ext cx="35989" cy="3496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24"/>
              <p:cNvSpPr/>
              <p:nvPr/>
            </p:nvSpPr>
            <p:spPr>
              <a:xfrm>
                <a:off x="5183458" y="2338323"/>
                <a:ext cx="35989" cy="3496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24"/>
              <p:cNvSpPr/>
              <p:nvPr/>
            </p:nvSpPr>
            <p:spPr>
              <a:xfrm>
                <a:off x="5239202" y="2338323"/>
                <a:ext cx="34961" cy="3496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24"/>
              <p:cNvSpPr/>
              <p:nvPr/>
            </p:nvSpPr>
            <p:spPr>
              <a:xfrm>
                <a:off x="5209690" y="2827988"/>
                <a:ext cx="111394" cy="162806"/>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24"/>
              <p:cNvSpPr/>
              <p:nvPr/>
            </p:nvSpPr>
            <p:spPr>
              <a:xfrm>
                <a:off x="5379106" y="2715409"/>
                <a:ext cx="112422" cy="275571"/>
              </a:xfrm>
              <a:prstGeom prst="rect">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24"/>
              <p:cNvSpPr/>
              <p:nvPr/>
            </p:nvSpPr>
            <p:spPr>
              <a:xfrm>
                <a:off x="5548521" y="2613760"/>
                <a:ext cx="111394" cy="377025"/>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9" name="Google Shape;699;p24"/>
              <p:cNvSpPr/>
              <p:nvPr/>
            </p:nvSpPr>
            <p:spPr>
              <a:xfrm>
                <a:off x="5249039" y="2446530"/>
                <a:ext cx="351946" cy="353041"/>
              </a:xfrm>
              <a:custGeom>
                <a:rect b="b" l="l" r="r" t="t"/>
                <a:pathLst>
                  <a:path extrusionOk="0" h="353" w="352">
                    <a:moveTo>
                      <a:pt x="351" y="56"/>
                    </a:moveTo>
                    <a:cubicBezTo>
                      <a:pt x="350" y="51"/>
                      <a:pt x="347" y="47"/>
                      <a:pt x="343" y="45"/>
                    </a:cubicBezTo>
                    <a:cubicBezTo>
                      <a:pt x="262" y="4"/>
                      <a:pt x="262" y="4"/>
                      <a:pt x="262" y="4"/>
                    </a:cubicBezTo>
                    <a:cubicBezTo>
                      <a:pt x="255" y="0"/>
                      <a:pt x="246" y="3"/>
                      <a:pt x="242" y="11"/>
                    </a:cubicBezTo>
                    <a:cubicBezTo>
                      <a:pt x="238" y="18"/>
                      <a:pt x="241" y="27"/>
                      <a:pt x="249" y="31"/>
                    </a:cubicBezTo>
                    <a:cubicBezTo>
                      <a:pt x="290" y="52"/>
                      <a:pt x="290" y="52"/>
                      <a:pt x="290" y="52"/>
                    </a:cubicBezTo>
                    <a:cubicBezTo>
                      <a:pt x="43" y="111"/>
                      <a:pt x="2" y="333"/>
                      <a:pt x="2" y="335"/>
                    </a:cubicBezTo>
                    <a:cubicBezTo>
                      <a:pt x="0" y="343"/>
                      <a:pt x="6" y="351"/>
                      <a:pt x="14" y="352"/>
                    </a:cubicBezTo>
                    <a:cubicBezTo>
                      <a:pt x="15" y="353"/>
                      <a:pt x="15" y="353"/>
                      <a:pt x="16" y="353"/>
                    </a:cubicBezTo>
                    <a:cubicBezTo>
                      <a:pt x="23" y="353"/>
                      <a:pt x="30" y="348"/>
                      <a:pt x="31" y="340"/>
                    </a:cubicBezTo>
                    <a:cubicBezTo>
                      <a:pt x="31" y="338"/>
                      <a:pt x="69" y="134"/>
                      <a:pt x="300" y="80"/>
                    </a:cubicBezTo>
                    <a:cubicBezTo>
                      <a:pt x="268" y="120"/>
                      <a:pt x="268" y="120"/>
                      <a:pt x="268" y="120"/>
                    </a:cubicBezTo>
                    <a:cubicBezTo>
                      <a:pt x="263" y="126"/>
                      <a:pt x="264" y="135"/>
                      <a:pt x="270" y="141"/>
                    </a:cubicBezTo>
                    <a:cubicBezTo>
                      <a:pt x="273" y="143"/>
                      <a:pt x="276" y="144"/>
                      <a:pt x="280" y="144"/>
                    </a:cubicBezTo>
                    <a:cubicBezTo>
                      <a:pt x="284" y="144"/>
                      <a:pt x="288" y="142"/>
                      <a:pt x="291" y="138"/>
                    </a:cubicBezTo>
                    <a:cubicBezTo>
                      <a:pt x="348" y="68"/>
                      <a:pt x="348" y="68"/>
                      <a:pt x="348" y="68"/>
                    </a:cubicBezTo>
                    <a:cubicBezTo>
                      <a:pt x="351" y="65"/>
                      <a:pt x="352" y="60"/>
                      <a:pt x="351" y="56"/>
                    </a:cubicBezTo>
                    <a:close/>
                  </a:path>
                </a:pathLst>
              </a:custGeom>
              <a:solidFill>
                <a:srgbClr val="38477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0" name="Google Shape;700;p24"/>
              <p:cNvSpPr/>
              <p:nvPr/>
            </p:nvSpPr>
            <p:spPr>
              <a:xfrm>
                <a:off x="5176900" y="3061891"/>
                <a:ext cx="551828" cy="22964"/>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1" name="Google Shape;701;p24"/>
              <p:cNvSpPr/>
              <p:nvPr/>
            </p:nvSpPr>
            <p:spPr>
              <a:xfrm>
                <a:off x="5176900" y="3122006"/>
                <a:ext cx="551828" cy="22964"/>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2" name="Google Shape;702;p24"/>
              <p:cNvSpPr/>
              <p:nvPr/>
            </p:nvSpPr>
            <p:spPr>
              <a:xfrm>
                <a:off x="5237016" y="3182121"/>
                <a:ext cx="431522" cy="22964"/>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24"/>
              <p:cNvSpPr/>
              <p:nvPr/>
            </p:nvSpPr>
            <p:spPr>
              <a:xfrm>
                <a:off x="5314619" y="3242236"/>
                <a:ext cx="276599" cy="22964"/>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04" name="Google Shape;704;p24"/>
            <p:cNvSpPr/>
            <p:nvPr/>
          </p:nvSpPr>
          <p:spPr>
            <a:xfrm>
              <a:off x="5914065" y="760436"/>
              <a:ext cx="232055" cy="38276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24"/>
            <p:cNvSpPr/>
            <p:nvPr/>
          </p:nvSpPr>
          <p:spPr>
            <a:xfrm>
              <a:off x="7710871" y="1262143"/>
              <a:ext cx="301600" cy="49757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706" name="Google Shape;706;p24"/>
            <p:cNvGrpSpPr/>
            <p:nvPr/>
          </p:nvGrpSpPr>
          <p:grpSpPr>
            <a:xfrm>
              <a:off x="6655110" y="1951719"/>
              <a:ext cx="1239180" cy="2255353"/>
              <a:chOff x="7710885" y="1951719"/>
              <a:chExt cx="1239180" cy="2255353"/>
            </a:xfrm>
          </p:grpSpPr>
          <p:sp>
            <p:nvSpPr>
              <p:cNvPr id="707" name="Google Shape;707;p24"/>
              <p:cNvSpPr/>
              <p:nvPr/>
            </p:nvSpPr>
            <p:spPr>
              <a:xfrm>
                <a:off x="7999817" y="4017723"/>
                <a:ext cx="409554" cy="189349"/>
              </a:xfrm>
              <a:custGeom>
                <a:rect b="b" l="l" r="r" t="t"/>
                <a:pathLst>
                  <a:path extrusionOk="0" h="206" w="446">
                    <a:moveTo>
                      <a:pt x="446" y="206"/>
                    </a:moveTo>
                    <a:cubicBezTo>
                      <a:pt x="417" y="10"/>
                      <a:pt x="417" y="10"/>
                      <a:pt x="417" y="10"/>
                    </a:cubicBezTo>
                    <a:cubicBezTo>
                      <a:pt x="396"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24"/>
              <p:cNvSpPr/>
              <p:nvPr/>
            </p:nvSpPr>
            <p:spPr>
              <a:xfrm>
                <a:off x="8421293" y="4017723"/>
                <a:ext cx="409554" cy="189349"/>
              </a:xfrm>
              <a:custGeom>
                <a:rect b="b" l="l" r="r" t="t"/>
                <a:pathLst>
                  <a:path extrusionOk="0" h="206" w="446">
                    <a:moveTo>
                      <a:pt x="446" y="206"/>
                    </a:moveTo>
                    <a:cubicBezTo>
                      <a:pt x="417" y="10"/>
                      <a:pt x="417" y="10"/>
                      <a:pt x="417" y="10"/>
                    </a:cubicBezTo>
                    <a:cubicBezTo>
                      <a:pt x="395" y="0"/>
                      <a:pt x="253" y="23"/>
                      <a:pt x="253" y="23"/>
                    </a:cubicBezTo>
                    <a:cubicBezTo>
                      <a:pt x="253" y="23"/>
                      <a:pt x="234" y="72"/>
                      <a:pt x="202" y="83"/>
                    </a:cubicBezTo>
                    <a:cubicBezTo>
                      <a:pt x="169" y="93"/>
                      <a:pt x="0" y="68"/>
                      <a:pt x="0" y="206"/>
                    </a:cubicBezTo>
                    <a:lnTo>
                      <a:pt x="446" y="20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24"/>
              <p:cNvSpPr/>
              <p:nvPr/>
            </p:nvSpPr>
            <p:spPr>
              <a:xfrm>
                <a:off x="8168829" y="2965085"/>
                <a:ext cx="673940" cy="1132586"/>
              </a:xfrm>
              <a:custGeom>
                <a:rect b="b" l="l" r="r" t="t"/>
                <a:pathLst>
                  <a:path extrusionOk="0" h="1232" w="734">
                    <a:moveTo>
                      <a:pt x="136" y="0"/>
                    </a:moveTo>
                    <a:cubicBezTo>
                      <a:pt x="19" y="622"/>
                      <a:pt x="19" y="622"/>
                      <a:pt x="19" y="622"/>
                    </a:cubicBezTo>
                    <a:cubicBezTo>
                      <a:pt x="0" y="1201"/>
                      <a:pt x="0" y="1201"/>
                      <a:pt x="0" y="1201"/>
                    </a:cubicBezTo>
                    <a:cubicBezTo>
                      <a:pt x="0" y="1201"/>
                      <a:pt x="202" y="1223"/>
                      <a:pt x="282" y="1201"/>
                    </a:cubicBezTo>
                    <a:cubicBezTo>
                      <a:pt x="284" y="657"/>
                      <a:pt x="284" y="657"/>
                      <a:pt x="284" y="657"/>
                    </a:cubicBezTo>
                    <a:cubicBezTo>
                      <a:pt x="367" y="278"/>
                      <a:pt x="367" y="278"/>
                      <a:pt x="367" y="278"/>
                    </a:cubicBezTo>
                    <a:cubicBezTo>
                      <a:pt x="434" y="1215"/>
                      <a:pt x="434" y="1215"/>
                      <a:pt x="434" y="1215"/>
                    </a:cubicBezTo>
                    <a:cubicBezTo>
                      <a:pt x="434" y="1215"/>
                      <a:pt x="647" y="1232"/>
                      <a:pt x="734" y="1201"/>
                    </a:cubicBezTo>
                    <a:cubicBezTo>
                      <a:pt x="635" y="0"/>
                      <a:pt x="635" y="0"/>
                      <a:pt x="635" y="0"/>
                    </a:cubicBezTo>
                    <a:cubicBezTo>
                      <a:pt x="136" y="0"/>
                      <a:pt x="136" y="0"/>
                      <a:pt x="136" y="0"/>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24"/>
              <p:cNvSpPr/>
              <p:nvPr/>
            </p:nvSpPr>
            <p:spPr>
              <a:xfrm>
                <a:off x="8051713" y="2361974"/>
                <a:ext cx="343633" cy="682356"/>
              </a:xfrm>
              <a:custGeom>
                <a:rect b="b" l="l" r="r" t="t"/>
                <a:pathLst>
                  <a:path extrusionOk="0" h="743" w="374">
                    <a:moveTo>
                      <a:pt x="343" y="587"/>
                    </a:moveTo>
                    <a:cubicBezTo>
                      <a:pt x="335" y="602"/>
                      <a:pt x="300" y="626"/>
                      <a:pt x="270" y="646"/>
                    </a:cubicBezTo>
                    <a:cubicBezTo>
                      <a:pt x="248" y="661"/>
                      <a:pt x="228" y="673"/>
                      <a:pt x="224" y="676"/>
                    </a:cubicBezTo>
                    <a:cubicBezTo>
                      <a:pt x="215" y="681"/>
                      <a:pt x="207" y="686"/>
                      <a:pt x="198" y="690"/>
                    </a:cubicBezTo>
                    <a:cubicBezTo>
                      <a:pt x="116" y="734"/>
                      <a:pt x="0" y="743"/>
                      <a:pt x="0" y="743"/>
                    </a:cubicBezTo>
                    <a:cubicBezTo>
                      <a:pt x="5" y="519"/>
                      <a:pt x="5" y="519"/>
                      <a:pt x="5" y="519"/>
                    </a:cubicBezTo>
                    <a:cubicBezTo>
                      <a:pt x="129" y="490"/>
                      <a:pt x="129" y="490"/>
                      <a:pt x="129" y="490"/>
                    </a:cubicBezTo>
                    <a:cubicBezTo>
                      <a:pt x="129" y="490"/>
                      <a:pt x="221" y="136"/>
                      <a:pt x="240" y="86"/>
                    </a:cubicBezTo>
                    <a:cubicBezTo>
                      <a:pt x="259" y="36"/>
                      <a:pt x="355" y="0"/>
                      <a:pt x="355" y="0"/>
                    </a:cubicBezTo>
                    <a:cubicBezTo>
                      <a:pt x="346" y="67"/>
                      <a:pt x="346" y="67"/>
                      <a:pt x="346" y="67"/>
                    </a:cubicBezTo>
                    <a:cubicBezTo>
                      <a:pt x="348" y="371"/>
                      <a:pt x="348" y="371"/>
                      <a:pt x="348" y="371"/>
                    </a:cubicBezTo>
                    <a:cubicBezTo>
                      <a:pt x="345" y="444"/>
                      <a:pt x="374" y="529"/>
                      <a:pt x="343" y="587"/>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24"/>
              <p:cNvSpPr/>
              <p:nvPr/>
            </p:nvSpPr>
            <p:spPr>
              <a:xfrm>
                <a:off x="7986493" y="2838852"/>
                <a:ext cx="130500" cy="2055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24"/>
              <p:cNvSpPr/>
              <p:nvPr/>
            </p:nvSpPr>
            <p:spPr>
              <a:xfrm>
                <a:off x="8234049" y="2584283"/>
                <a:ext cx="113609" cy="411658"/>
              </a:xfrm>
              <a:custGeom>
                <a:rect b="b" l="l" r="r" t="t"/>
                <a:pathLst>
                  <a:path extrusionOk="0" h="448" w="124">
                    <a:moveTo>
                      <a:pt x="67" y="275"/>
                    </a:moveTo>
                    <a:cubicBezTo>
                      <a:pt x="64" y="285"/>
                      <a:pt x="60" y="291"/>
                      <a:pt x="55" y="295"/>
                    </a:cubicBezTo>
                    <a:cubicBezTo>
                      <a:pt x="51" y="300"/>
                      <a:pt x="45" y="301"/>
                      <a:pt x="41" y="302"/>
                    </a:cubicBezTo>
                    <a:cubicBezTo>
                      <a:pt x="0" y="448"/>
                      <a:pt x="0" y="448"/>
                      <a:pt x="0" y="448"/>
                    </a:cubicBezTo>
                    <a:cubicBezTo>
                      <a:pt x="9" y="444"/>
                      <a:pt x="17" y="439"/>
                      <a:pt x="26" y="434"/>
                    </a:cubicBezTo>
                    <a:cubicBezTo>
                      <a:pt x="28" y="432"/>
                      <a:pt x="38" y="426"/>
                      <a:pt x="50" y="418"/>
                    </a:cubicBezTo>
                    <a:cubicBezTo>
                      <a:pt x="71" y="298"/>
                      <a:pt x="71" y="298"/>
                      <a:pt x="71" y="298"/>
                    </a:cubicBezTo>
                    <a:cubicBezTo>
                      <a:pt x="67" y="296"/>
                      <a:pt x="64" y="293"/>
                      <a:pt x="64" y="293"/>
                    </a:cubicBezTo>
                    <a:cubicBezTo>
                      <a:pt x="67" y="275"/>
                      <a:pt x="67" y="275"/>
                      <a:pt x="67" y="275"/>
                    </a:cubicBezTo>
                    <a:moveTo>
                      <a:pt x="124" y="0"/>
                    </a:moveTo>
                    <a:cubicBezTo>
                      <a:pt x="85" y="143"/>
                      <a:pt x="85" y="143"/>
                      <a:pt x="85" y="143"/>
                    </a:cubicBezTo>
                    <a:cubicBezTo>
                      <a:pt x="88" y="143"/>
                      <a:pt x="93" y="144"/>
                      <a:pt x="99" y="145"/>
                    </a:cubicBezTo>
                    <a:cubicBezTo>
                      <a:pt x="122" y="14"/>
                      <a:pt x="122" y="14"/>
                      <a:pt x="122" y="14"/>
                    </a:cubicBezTo>
                    <a:cubicBezTo>
                      <a:pt x="124" y="0"/>
                      <a:pt x="124" y="0"/>
                      <a:pt x="124"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24"/>
              <p:cNvSpPr/>
              <p:nvPr/>
            </p:nvSpPr>
            <p:spPr>
              <a:xfrm>
                <a:off x="8264204" y="2298858"/>
                <a:ext cx="522463" cy="815601"/>
              </a:xfrm>
              <a:custGeom>
                <a:rect b="b" l="l" r="r" t="t"/>
                <a:pathLst>
                  <a:path extrusionOk="0" h="887" w="569">
                    <a:moveTo>
                      <a:pt x="550" y="796"/>
                    </a:moveTo>
                    <a:cubicBezTo>
                      <a:pt x="555" y="837"/>
                      <a:pt x="555" y="837"/>
                      <a:pt x="555" y="837"/>
                    </a:cubicBezTo>
                    <a:cubicBezTo>
                      <a:pt x="484" y="882"/>
                      <a:pt x="303" y="887"/>
                      <a:pt x="190" y="875"/>
                    </a:cubicBezTo>
                    <a:cubicBezTo>
                      <a:pt x="114" y="867"/>
                      <a:pt x="8" y="832"/>
                      <a:pt x="0" y="825"/>
                    </a:cubicBezTo>
                    <a:cubicBezTo>
                      <a:pt x="99" y="268"/>
                      <a:pt x="99" y="268"/>
                      <a:pt x="99" y="268"/>
                    </a:cubicBezTo>
                    <a:cubicBezTo>
                      <a:pt x="75" y="91"/>
                      <a:pt x="75" y="91"/>
                      <a:pt x="75" y="91"/>
                    </a:cubicBezTo>
                    <a:cubicBezTo>
                      <a:pt x="75" y="91"/>
                      <a:pt x="75" y="91"/>
                      <a:pt x="75" y="91"/>
                    </a:cubicBezTo>
                    <a:cubicBezTo>
                      <a:pt x="79" y="89"/>
                      <a:pt x="131" y="65"/>
                      <a:pt x="182" y="42"/>
                    </a:cubicBezTo>
                    <a:cubicBezTo>
                      <a:pt x="189" y="39"/>
                      <a:pt x="196" y="36"/>
                      <a:pt x="202" y="33"/>
                    </a:cubicBezTo>
                    <a:cubicBezTo>
                      <a:pt x="239" y="16"/>
                      <a:pt x="272" y="2"/>
                      <a:pt x="280" y="0"/>
                    </a:cubicBezTo>
                    <a:cubicBezTo>
                      <a:pt x="303" y="1"/>
                      <a:pt x="370" y="4"/>
                      <a:pt x="370" y="4"/>
                    </a:cubicBezTo>
                    <a:cubicBezTo>
                      <a:pt x="382" y="7"/>
                      <a:pt x="393" y="11"/>
                      <a:pt x="405" y="16"/>
                    </a:cubicBezTo>
                    <a:cubicBezTo>
                      <a:pt x="481" y="44"/>
                      <a:pt x="569" y="85"/>
                      <a:pt x="569" y="85"/>
                    </a:cubicBezTo>
                    <a:cubicBezTo>
                      <a:pt x="499" y="328"/>
                      <a:pt x="499" y="328"/>
                      <a:pt x="499" y="328"/>
                    </a:cubicBezTo>
                    <a:cubicBezTo>
                      <a:pt x="501" y="344"/>
                      <a:pt x="501" y="344"/>
                      <a:pt x="501" y="344"/>
                    </a:cubicBezTo>
                    <a:cubicBezTo>
                      <a:pt x="550" y="796"/>
                      <a:pt x="550" y="796"/>
                      <a:pt x="550" y="796"/>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4" name="Google Shape;714;p24"/>
              <p:cNvSpPr/>
              <p:nvPr/>
            </p:nvSpPr>
            <p:spPr>
              <a:xfrm>
                <a:off x="8394644" y="2599011"/>
                <a:ext cx="374490" cy="431294"/>
              </a:xfrm>
              <a:custGeom>
                <a:rect b="b" l="l" r="r" t="t"/>
                <a:pathLst>
                  <a:path extrusionOk="0" h="470" w="408">
                    <a:moveTo>
                      <a:pt x="336" y="0"/>
                    </a:moveTo>
                    <a:cubicBezTo>
                      <a:pt x="281" y="217"/>
                      <a:pt x="281" y="217"/>
                      <a:pt x="281" y="217"/>
                    </a:cubicBezTo>
                    <a:cubicBezTo>
                      <a:pt x="0" y="286"/>
                      <a:pt x="0" y="286"/>
                      <a:pt x="0" y="286"/>
                    </a:cubicBezTo>
                    <a:cubicBezTo>
                      <a:pt x="0" y="286"/>
                      <a:pt x="129" y="397"/>
                      <a:pt x="408" y="470"/>
                    </a:cubicBezTo>
                    <a:cubicBezTo>
                      <a:pt x="359" y="18"/>
                      <a:pt x="359" y="18"/>
                      <a:pt x="359" y="18"/>
                    </a:cubicBezTo>
                    <a:cubicBezTo>
                      <a:pt x="336" y="0"/>
                      <a:pt x="336" y="0"/>
                      <a:pt x="336" y="0"/>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24"/>
              <p:cNvSpPr/>
              <p:nvPr/>
            </p:nvSpPr>
            <p:spPr>
              <a:xfrm>
                <a:off x="8473890" y="2174028"/>
                <a:ext cx="133245" cy="263685"/>
              </a:xfrm>
              <a:custGeom>
                <a:rect b="b" l="l" r="r" t="t"/>
                <a:pathLst>
                  <a:path extrusionOk="0" h="287" w="145">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24"/>
              <p:cNvSpPr/>
              <p:nvPr/>
            </p:nvSpPr>
            <p:spPr>
              <a:xfrm>
                <a:off x="8605733" y="2215404"/>
                <a:ext cx="0" cy="1403"/>
              </a:xfrm>
              <a:custGeom>
                <a:rect b="b" l="l" r="r" t="t"/>
                <a:pathLst>
                  <a:path extrusionOk="0" h="1" w="12000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7" name="Google Shape;717;p24"/>
              <p:cNvSpPr/>
              <p:nvPr/>
            </p:nvSpPr>
            <p:spPr>
              <a:xfrm>
                <a:off x="8475293" y="2216807"/>
                <a:ext cx="130440" cy="135349"/>
              </a:xfrm>
              <a:custGeom>
                <a:rect b="b" l="l" r="r" t="t"/>
                <a:pathLst>
                  <a:path extrusionOk="0" h="148" w="142">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8" name="Google Shape;718;p24"/>
              <p:cNvSpPr/>
              <p:nvPr/>
            </p:nvSpPr>
            <p:spPr>
              <a:xfrm>
                <a:off x="8181452" y="2713321"/>
                <a:ext cx="231426" cy="161998"/>
              </a:xfrm>
              <a:custGeom>
                <a:rect b="b" l="l" r="r" t="t"/>
                <a:pathLst>
                  <a:path extrusionOk="0" h="176" w="252">
                    <a:moveTo>
                      <a:pt x="158" y="124"/>
                    </a:moveTo>
                    <a:cubicBezTo>
                      <a:pt x="142" y="176"/>
                      <a:pt x="121" y="152"/>
                      <a:pt x="121" y="152"/>
                    </a:cubicBezTo>
                    <a:cubicBezTo>
                      <a:pt x="124" y="134"/>
                      <a:pt x="124" y="134"/>
                      <a:pt x="124" y="134"/>
                    </a:cubicBezTo>
                    <a:cubicBezTo>
                      <a:pt x="121" y="144"/>
                      <a:pt x="117" y="150"/>
                      <a:pt x="112" y="154"/>
                    </a:cubicBezTo>
                    <a:cubicBezTo>
                      <a:pt x="98" y="168"/>
                      <a:pt x="82" y="156"/>
                      <a:pt x="82" y="156"/>
                    </a:cubicBezTo>
                    <a:cubicBezTo>
                      <a:pt x="89" y="139"/>
                      <a:pt x="89" y="139"/>
                      <a:pt x="89" y="139"/>
                    </a:cubicBezTo>
                    <a:cubicBezTo>
                      <a:pt x="85" y="145"/>
                      <a:pt x="81" y="149"/>
                      <a:pt x="77" y="152"/>
                    </a:cubicBezTo>
                    <a:cubicBezTo>
                      <a:pt x="62" y="162"/>
                      <a:pt x="47" y="152"/>
                      <a:pt x="47" y="152"/>
                    </a:cubicBezTo>
                    <a:cubicBezTo>
                      <a:pt x="47" y="152"/>
                      <a:pt x="74" y="83"/>
                      <a:pt x="80" y="78"/>
                    </a:cubicBezTo>
                    <a:cubicBezTo>
                      <a:pt x="85" y="73"/>
                      <a:pt x="125" y="50"/>
                      <a:pt x="125" y="50"/>
                    </a:cubicBezTo>
                    <a:cubicBezTo>
                      <a:pt x="80" y="61"/>
                      <a:pt x="80" y="61"/>
                      <a:pt x="80" y="61"/>
                    </a:cubicBezTo>
                    <a:cubicBezTo>
                      <a:pt x="80" y="61"/>
                      <a:pt x="78" y="68"/>
                      <a:pt x="54" y="95"/>
                    </a:cubicBezTo>
                    <a:cubicBezTo>
                      <a:pt x="29" y="123"/>
                      <a:pt x="0" y="103"/>
                      <a:pt x="0" y="103"/>
                    </a:cubicBezTo>
                    <a:cubicBezTo>
                      <a:pt x="4" y="98"/>
                      <a:pt x="54" y="31"/>
                      <a:pt x="58" y="29"/>
                    </a:cubicBezTo>
                    <a:cubicBezTo>
                      <a:pt x="62" y="26"/>
                      <a:pt x="123" y="0"/>
                      <a:pt x="134" y="1"/>
                    </a:cubicBezTo>
                    <a:cubicBezTo>
                      <a:pt x="146" y="1"/>
                      <a:pt x="246" y="23"/>
                      <a:pt x="246" y="23"/>
                    </a:cubicBezTo>
                    <a:cubicBezTo>
                      <a:pt x="252" y="109"/>
                      <a:pt x="252" y="109"/>
                      <a:pt x="252" y="109"/>
                    </a:cubicBezTo>
                    <a:cubicBezTo>
                      <a:pt x="210" y="157"/>
                      <a:pt x="158" y="124"/>
                      <a:pt x="158" y="124"/>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9" name="Google Shape;719;p24"/>
              <p:cNvSpPr/>
              <p:nvPr/>
            </p:nvSpPr>
            <p:spPr>
              <a:xfrm>
                <a:off x="8252282" y="2781346"/>
                <a:ext cx="57506" cy="72233"/>
              </a:xfrm>
              <a:custGeom>
                <a:rect b="b" l="l" r="r" t="t"/>
                <a:pathLst>
                  <a:path extrusionOk="0" h="78" w="63">
                    <a:moveTo>
                      <a:pt x="63" y="0"/>
                    </a:moveTo>
                    <a:cubicBezTo>
                      <a:pt x="26" y="24"/>
                      <a:pt x="26" y="24"/>
                      <a:pt x="26" y="24"/>
                    </a:cubicBezTo>
                    <a:cubicBezTo>
                      <a:pt x="0" y="78"/>
                      <a:pt x="0" y="78"/>
                      <a:pt x="0" y="78"/>
                    </a:cubicBezTo>
                    <a:cubicBezTo>
                      <a:pt x="4" y="75"/>
                      <a:pt x="8" y="71"/>
                      <a:pt x="12" y="65"/>
                    </a:cubicBezTo>
                    <a:cubicBezTo>
                      <a:pt x="12" y="65"/>
                      <a:pt x="27" y="32"/>
                      <a:pt x="30" y="27"/>
                    </a:cubicBezTo>
                    <a:cubicBezTo>
                      <a:pt x="34" y="22"/>
                      <a:pt x="61" y="1"/>
                      <a:pt x="63"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24"/>
              <p:cNvSpPr/>
              <p:nvPr/>
            </p:nvSpPr>
            <p:spPr>
              <a:xfrm>
                <a:off x="8284541" y="2798878"/>
                <a:ext cx="41376" cy="56103"/>
              </a:xfrm>
              <a:custGeom>
                <a:rect b="b" l="l" r="r" t="t"/>
                <a:pathLst>
                  <a:path extrusionOk="0" h="61" w="45">
                    <a:moveTo>
                      <a:pt x="45" y="0"/>
                    </a:moveTo>
                    <a:cubicBezTo>
                      <a:pt x="43" y="1"/>
                      <a:pt x="23" y="9"/>
                      <a:pt x="19" y="12"/>
                    </a:cubicBezTo>
                    <a:cubicBezTo>
                      <a:pt x="16" y="15"/>
                      <a:pt x="4" y="49"/>
                      <a:pt x="0" y="61"/>
                    </a:cubicBezTo>
                    <a:cubicBezTo>
                      <a:pt x="5" y="57"/>
                      <a:pt x="9" y="51"/>
                      <a:pt x="12" y="41"/>
                    </a:cubicBezTo>
                    <a:cubicBezTo>
                      <a:pt x="12" y="41"/>
                      <a:pt x="20" y="20"/>
                      <a:pt x="22" y="15"/>
                    </a:cubicBezTo>
                    <a:cubicBezTo>
                      <a:pt x="24" y="11"/>
                      <a:pt x="43" y="1"/>
                      <a:pt x="45"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1" name="Google Shape;721;p24"/>
              <p:cNvSpPr/>
              <p:nvPr/>
            </p:nvSpPr>
            <p:spPr>
              <a:xfrm>
                <a:off x="8386930" y="2377403"/>
                <a:ext cx="563136" cy="631162"/>
              </a:xfrm>
              <a:custGeom>
                <a:rect b="b" l="l" r="r" t="t"/>
                <a:pathLst>
                  <a:path extrusionOk="0" h="687" w="613">
                    <a:moveTo>
                      <a:pt x="435" y="0"/>
                    </a:moveTo>
                    <a:cubicBezTo>
                      <a:pt x="510" y="34"/>
                      <a:pt x="613" y="580"/>
                      <a:pt x="538" y="634"/>
                    </a:cubicBezTo>
                    <a:cubicBezTo>
                      <a:pt x="464" y="687"/>
                      <a:pt x="8" y="527"/>
                      <a:pt x="8" y="527"/>
                    </a:cubicBezTo>
                    <a:cubicBezTo>
                      <a:pt x="8" y="527"/>
                      <a:pt x="0" y="425"/>
                      <a:pt x="28" y="381"/>
                    </a:cubicBezTo>
                    <a:cubicBezTo>
                      <a:pt x="367" y="429"/>
                      <a:pt x="367" y="429"/>
                      <a:pt x="367" y="429"/>
                    </a:cubicBezTo>
                    <a:cubicBezTo>
                      <a:pt x="367" y="429"/>
                      <a:pt x="345" y="303"/>
                      <a:pt x="344" y="241"/>
                    </a:cubicBezTo>
                    <a:cubicBezTo>
                      <a:pt x="346" y="114"/>
                      <a:pt x="435" y="0"/>
                      <a:pt x="435"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24"/>
              <p:cNvSpPr/>
              <p:nvPr/>
            </p:nvSpPr>
            <p:spPr>
              <a:xfrm>
                <a:off x="7722808" y="2617945"/>
                <a:ext cx="561735" cy="307867"/>
              </a:xfrm>
              <a:custGeom>
                <a:rect b="b" l="l" r="r" t="t"/>
                <a:pathLst>
                  <a:path extrusionOk="0" h="335" w="611">
                    <a:moveTo>
                      <a:pt x="520" y="7"/>
                    </a:moveTo>
                    <a:cubicBezTo>
                      <a:pt x="519" y="3"/>
                      <a:pt x="515" y="0"/>
                      <a:pt x="510" y="0"/>
                    </a:cubicBezTo>
                    <a:cubicBezTo>
                      <a:pt x="11" y="0"/>
                      <a:pt x="11" y="0"/>
                      <a:pt x="11" y="0"/>
                    </a:cubicBezTo>
                    <a:cubicBezTo>
                      <a:pt x="5" y="0"/>
                      <a:pt x="0" y="6"/>
                      <a:pt x="2" y="12"/>
                    </a:cubicBezTo>
                    <a:cubicBezTo>
                      <a:pt x="92" y="335"/>
                      <a:pt x="92" y="335"/>
                      <a:pt x="92" y="335"/>
                    </a:cubicBezTo>
                    <a:cubicBezTo>
                      <a:pt x="611" y="335"/>
                      <a:pt x="611" y="335"/>
                      <a:pt x="611" y="335"/>
                    </a:cubicBezTo>
                    <a:lnTo>
                      <a:pt x="520" y="7"/>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3" name="Google Shape;723;p24"/>
              <p:cNvSpPr/>
              <p:nvPr/>
            </p:nvSpPr>
            <p:spPr>
              <a:xfrm>
                <a:off x="8154803" y="2901267"/>
                <a:ext cx="301500" cy="246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4" name="Google Shape;724;p24"/>
              <p:cNvSpPr/>
              <p:nvPr/>
            </p:nvSpPr>
            <p:spPr>
              <a:xfrm>
                <a:off x="7893923" y="2920202"/>
                <a:ext cx="96778" cy="34363"/>
              </a:xfrm>
              <a:custGeom>
                <a:rect b="b" l="l" r="r" t="t"/>
                <a:pathLst>
                  <a:path extrusionOk="0" h="37" w="105">
                    <a:moveTo>
                      <a:pt x="95" y="37"/>
                    </a:moveTo>
                    <a:cubicBezTo>
                      <a:pt x="0" y="30"/>
                      <a:pt x="0" y="30"/>
                      <a:pt x="0" y="30"/>
                    </a:cubicBezTo>
                    <a:cubicBezTo>
                      <a:pt x="0" y="30"/>
                      <a:pt x="1" y="3"/>
                      <a:pt x="33" y="1"/>
                    </a:cubicBezTo>
                    <a:cubicBezTo>
                      <a:pt x="64" y="0"/>
                      <a:pt x="105" y="7"/>
                      <a:pt x="105" y="7"/>
                    </a:cubicBezTo>
                    <a:lnTo>
                      <a:pt x="95" y="37"/>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5" name="Google Shape;725;p24"/>
              <p:cNvSpPr/>
              <p:nvPr/>
            </p:nvSpPr>
            <p:spPr>
              <a:xfrm>
                <a:off x="7710885" y="2617945"/>
                <a:ext cx="561735" cy="307867"/>
              </a:xfrm>
              <a:custGeom>
                <a:rect b="b" l="l" r="r" t="t"/>
                <a:pathLst>
                  <a:path extrusionOk="0" h="335" w="611">
                    <a:moveTo>
                      <a:pt x="519" y="7"/>
                    </a:moveTo>
                    <a:cubicBezTo>
                      <a:pt x="518" y="3"/>
                      <a:pt x="514" y="0"/>
                      <a:pt x="510" y="0"/>
                    </a:cubicBezTo>
                    <a:cubicBezTo>
                      <a:pt x="11" y="0"/>
                      <a:pt x="11" y="0"/>
                      <a:pt x="11" y="0"/>
                    </a:cubicBezTo>
                    <a:cubicBezTo>
                      <a:pt x="4" y="0"/>
                      <a:pt x="0" y="6"/>
                      <a:pt x="2" y="12"/>
                    </a:cubicBezTo>
                    <a:cubicBezTo>
                      <a:pt x="92" y="335"/>
                      <a:pt x="92" y="335"/>
                      <a:pt x="92" y="335"/>
                    </a:cubicBezTo>
                    <a:cubicBezTo>
                      <a:pt x="611" y="335"/>
                      <a:pt x="611" y="335"/>
                      <a:pt x="611" y="335"/>
                    </a:cubicBezTo>
                    <a:lnTo>
                      <a:pt x="519" y="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6" name="Google Shape;726;p24"/>
              <p:cNvSpPr/>
              <p:nvPr/>
            </p:nvSpPr>
            <p:spPr>
              <a:xfrm>
                <a:off x="7902338" y="2748385"/>
                <a:ext cx="149463" cy="45010"/>
              </a:xfrm>
              <a:prstGeom prst="ellipse">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7" name="Google Shape;727;p24"/>
              <p:cNvSpPr/>
              <p:nvPr/>
            </p:nvSpPr>
            <p:spPr>
              <a:xfrm>
                <a:off x="7915662" y="2825528"/>
                <a:ext cx="200569" cy="164102"/>
              </a:xfrm>
              <a:custGeom>
                <a:rect b="b" l="l" r="r" t="t"/>
                <a:pathLst>
                  <a:path extrusionOk="0" h="178" w="218">
                    <a:moveTo>
                      <a:pt x="218" y="109"/>
                    </a:moveTo>
                    <a:cubicBezTo>
                      <a:pt x="214" y="126"/>
                      <a:pt x="204" y="152"/>
                      <a:pt x="183" y="160"/>
                    </a:cubicBezTo>
                    <a:cubicBezTo>
                      <a:pt x="152" y="170"/>
                      <a:pt x="66" y="178"/>
                      <a:pt x="50" y="162"/>
                    </a:cubicBezTo>
                    <a:cubicBezTo>
                      <a:pt x="34" y="146"/>
                      <a:pt x="0" y="28"/>
                      <a:pt x="0" y="28"/>
                    </a:cubicBezTo>
                    <a:cubicBezTo>
                      <a:pt x="0" y="28"/>
                      <a:pt x="23" y="21"/>
                      <a:pt x="34" y="43"/>
                    </a:cubicBezTo>
                    <a:cubicBezTo>
                      <a:pt x="44" y="65"/>
                      <a:pt x="64" y="123"/>
                      <a:pt x="64" y="123"/>
                    </a:cubicBezTo>
                    <a:cubicBezTo>
                      <a:pt x="53" y="3"/>
                      <a:pt x="53" y="3"/>
                      <a:pt x="53" y="3"/>
                    </a:cubicBezTo>
                    <a:cubicBezTo>
                      <a:pt x="53" y="3"/>
                      <a:pt x="69" y="0"/>
                      <a:pt x="78" y="13"/>
                    </a:cubicBezTo>
                    <a:cubicBezTo>
                      <a:pt x="87" y="26"/>
                      <a:pt x="95" y="105"/>
                      <a:pt x="95" y="105"/>
                    </a:cubicBezTo>
                    <a:cubicBezTo>
                      <a:pt x="86" y="7"/>
                      <a:pt x="86" y="7"/>
                      <a:pt x="86" y="7"/>
                    </a:cubicBezTo>
                    <a:cubicBezTo>
                      <a:pt x="86" y="7"/>
                      <a:pt x="110" y="3"/>
                      <a:pt x="114" y="28"/>
                    </a:cubicBezTo>
                    <a:cubicBezTo>
                      <a:pt x="118" y="54"/>
                      <a:pt x="127" y="113"/>
                      <a:pt x="127" y="113"/>
                    </a:cubicBezTo>
                    <a:cubicBezTo>
                      <a:pt x="121" y="44"/>
                      <a:pt x="121" y="44"/>
                      <a:pt x="121" y="44"/>
                    </a:cubicBezTo>
                    <a:cubicBezTo>
                      <a:pt x="121" y="44"/>
                      <a:pt x="143" y="44"/>
                      <a:pt x="148" y="67"/>
                    </a:cubicBezTo>
                    <a:cubicBezTo>
                      <a:pt x="151" y="85"/>
                      <a:pt x="156" y="108"/>
                      <a:pt x="156" y="108"/>
                    </a:cubicBezTo>
                    <a:lnTo>
                      <a:pt x="218" y="109"/>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8" name="Google Shape;728;p24"/>
              <p:cNvSpPr/>
              <p:nvPr/>
            </p:nvSpPr>
            <p:spPr>
              <a:xfrm>
                <a:off x="8373606" y="2021848"/>
                <a:ext cx="246854" cy="295945"/>
              </a:xfrm>
              <a:custGeom>
                <a:rect b="b" l="l" r="r" t="t"/>
                <a:pathLst>
                  <a:path extrusionOk="0" h="322" w="269">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9" name="Google Shape;729;p24"/>
              <p:cNvSpPr/>
              <p:nvPr/>
            </p:nvSpPr>
            <p:spPr>
              <a:xfrm>
                <a:off x="8516669" y="2180340"/>
                <a:ext cx="41376" cy="23142"/>
              </a:xfrm>
              <a:custGeom>
                <a:rect b="b" l="l" r="r" t="t"/>
                <a:pathLst>
                  <a:path extrusionOk="0" h="25" w="45">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0" name="Google Shape;730;p24"/>
              <p:cNvSpPr/>
              <p:nvPr/>
            </p:nvSpPr>
            <p:spPr>
              <a:xfrm>
                <a:off x="8377813" y="2206288"/>
                <a:ext cx="25247" cy="16831"/>
              </a:xfrm>
              <a:custGeom>
                <a:rect b="b" l="l" r="r" t="t"/>
                <a:pathLst>
                  <a:path extrusionOk="0" h="18" w="27">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1" name="Google Shape;731;p24"/>
              <p:cNvSpPr/>
              <p:nvPr/>
            </p:nvSpPr>
            <p:spPr>
              <a:xfrm>
                <a:off x="8404462" y="2170521"/>
                <a:ext cx="19636" cy="39272"/>
              </a:xfrm>
              <a:custGeom>
                <a:rect b="b" l="l" r="r" t="t"/>
                <a:pathLst>
                  <a:path extrusionOk="0" h="43" w="21">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2" name="Google Shape;732;p24"/>
              <p:cNvSpPr/>
              <p:nvPr/>
            </p:nvSpPr>
            <p:spPr>
              <a:xfrm>
                <a:off x="8472487" y="2158600"/>
                <a:ext cx="18935" cy="39272"/>
              </a:xfrm>
              <a:custGeom>
                <a:rect b="b" l="l" r="r" t="t"/>
                <a:pathLst>
                  <a:path extrusionOk="0" h="43" w="2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3" name="Google Shape;733;p24"/>
              <p:cNvSpPr/>
              <p:nvPr/>
            </p:nvSpPr>
            <p:spPr>
              <a:xfrm>
                <a:off x="8465475" y="2102496"/>
                <a:ext cx="64519" cy="59610"/>
              </a:xfrm>
              <a:custGeom>
                <a:rect b="b" l="l" r="r" t="t"/>
                <a:pathLst>
                  <a:path extrusionOk="0" h="65" w="70">
                    <a:moveTo>
                      <a:pt x="0" y="51"/>
                    </a:moveTo>
                    <a:cubicBezTo>
                      <a:pt x="0" y="51"/>
                      <a:pt x="36" y="30"/>
                      <a:pt x="70" y="65"/>
                    </a:cubicBezTo>
                    <a:cubicBezTo>
                      <a:pt x="70" y="65"/>
                      <a:pt x="32" y="0"/>
                      <a:pt x="0" y="5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4" name="Google Shape;734;p24"/>
              <p:cNvSpPr/>
              <p:nvPr/>
            </p:nvSpPr>
            <p:spPr>
              <a:xfrm>
                <a:off x="8379917" y="2126340"/>
                <a:ext cx="44883" cy="51194"/>
              </a:xfrm>
              <a:custGeom>
                <a:rect b="b" l="l" r="r" t="t"/>
                <a:pathLst>
                  <a:path extrusionOk="0" h="56" w="49">
                    <a:moveTo>
                      <a:pt x="49" y="30"/>
                    </a:moveTo>
                    <a:cubicBezTo>
                      <a:pt x="49" y="30"/>
                      <a:pt x="16" y="24"/>
                      <a:pt x="0" y="56"/>
                    </a:cubicBezTo>
                    <a:cubicBezTo>
                      <a:pt x="0" y="56"/>
                      <a:pt x="14" y="0"/>
                      <a:pt x="49" y="3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5" name="Google Shape;735;p24"/>
              <p:cNvSpPr/>
              <p:nvPr/>
            </p:nvSpPr>
            <p:spPr>
              <a:xfrm>
                <a:off x="8602227" y="2099691"/>
                <a:ext cx="70129" cy="122025"/>
              </a:xfrm>
              <a:custGeom>
                <a:rect b="b" l="l" r="r" t="t"/>
                <a:pathLst>
                  <a:path extrusionOk="0" h="133" w="76">
                    <a:moveTo>
                      <a:pt x="0" y="50"/>
                    </a:moveTo>
                    <a:cubicBezTo>
                      <a:pt x="0" y="50"/>
                      <a:pt x="7" y="8"/>
                      <a:pt x="32" y="4"/>
                    </a:cubicBezTo>
                    <a:cubicBezTo>
                      <a:pt x="58" y="0"/>
                      <a:pt x="76" y="133"/>
                      <a:pt x="6" y="92"/>
                    </a:cubicBezTo>
                    <a:lnTo>
                      <a:pt x="0" y="50"/>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6" name="Google Shape;736;p24"/>
              <p:cNvSpPr/>
              <p:nvPr/>
            </p:nvSpPr>
            <p:spPr>
              <a:xfrm>
                <a:off x="8609941" y="2134054"/>
                <a:ext cx="30156" cy="30857"/>
              </a:xfrm>
              <a:custGeom>
                <a:rect b="b" l="l" r="r" t="t"/>
                <a:pathLst>
                  <a:path extrusionOk="0" h="34" w="33">
                    <a:moveTo>
                      <a:pt x="2" y="34"/>
                    </a:moveTo>
                    <a:cubicBezTo>
                      <a:pt x="3" y="34"/>
                      <a:pt x="4" y="33"/>
                      <a:pt x="4" y="32"/>
                    </a:cubicBezTo>
                    <a:cubicBezTo>
                      <a:pt x="4" y="32"/>
                      <a:pt x="4" y="22"/>
                      <a:pt x="10" y="18"/>
                    </a:cubicBezTo>
                    <a:cubicBezTo>
                      <a:pt x="12" y="17"/>
                      <a:pt x="16" y="17"/>
                      <a:pt x="20" y="19"/>
                    </a:cubicBezTo>
                    <a:cubicBezTo>
                      <a:pt x="21" y="19"/>
                      <a:pt x="22" y="19"/>
                      <a:pt x="22" y="18"/>
                    </a:cubicBezTo>
                    <a:cubicBezTo>
                      <a:pt x="22" y="17"/>
                      <a:pt x="22" y="16"/>
                      <a:pt x="21" y="16"/>
                    </a:cubicBezTo>
                    <a:cubicBezTo>
                      <a:pt x="16" y="14"/>
                      <a:pt x="12" y="14"/>
                      <a:pt x="8" y="16"/>
                    </a:cubicBezTo>
                    <a:cubicBezTo>
                      <a:pt x="7" y="16"/>
                      <a:pt x="6" y="17"/>
                      <a:pt x="6" y="18"/>
                    </a:cubicBezTo>
                    <a:cubicBezTo>
                      <a:pt x="8" y="10"/>
                      <a:pt x="13" y="4"/>
                      <a:pt x="18" y="4"/>
                    </a:cubicBezTo>
                    <a:cubicBezTo>
                      <a:pt x="21" y="3"/>
                      <a:pt x="24" y="5"/>
                      <a:pt x="27" y="8"/>
                    </a:cubicBezTo>
                    <a:cubicBezTo>
                      <a:pt x="29" y="10"/>
                      <a:pt x="30" y="13"/>
                      <a:pt x="30" y="13"/>
                    </a:cubicBezTo>
                    <a:cubicBezTo>
                      <a:pt x="31" y="13"/>
                      <a:pt x="31" y="14"/>
                      <a:pt x="32" y="13"/>
                    </a:cubicBezTo>
                    <a:cubicBezTo>
                      <a:pt x="33" y="13"/>
                      <a:pt x="33" y="12"/>
                      <a:pt x="33" y="11"/>
                    </a:cubicBezTo>
                    <a:cubicBezTo>
                      <a:pt x="33" y="11"/>
                      <a:pt x="28" y="0"/>
                      <a:pt x="18" y="1"/>
                    </a:cubicBezTo>
                    <a:cubicBezTo>
                      <a:pt x="8" y="2"/>
                      <a:pt x="0" y="16"/>
                      <a:pt x="1" y="32"/>
                    </a:cubicBezTo>
                    <a:cubicBezTo>
                      <a:pt x="1" y="33"/>
                      <a:pt x="1" y="34"/>
                      <a:pt x="2" y="34"/>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7" name="Google Shape;737;p24"/>
              <p:cNvSpPr/>
              <p:nvPr/>
            </p:nvSpPr>
            <p:spPr>
              <a:xfrm>
                <a:off x="8325918" y="1951719"/>
                <a:ext cx="323295" cy="246153"/>
              </a:xfrm>
              <a:custGeom>
                <a:rect b="b" l="l" r="r" t="t"/>
                <a:pathLst>
                  <a:path extrusionOk="0" h="268" w="352">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38" name="Google Shape;738;p24"/>
            <p:cNvSpPr/>
            <p:nvPr/>
          </p:nvSpPr>
          <p:spPr>
            <a:xfrm>
              <a:off x="6208623" y="3034516"/>
              <a:ext cx="200575" cy="197948"/>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9" name="Google Shape;739;p24"/>
            <p:cNvSpPr/>
            <p:nvPr/>
          </p:nvSpPr>
          <p:spPr>
            <a:xfrm>
              <a:off x="4765672" y="1863625"/>
              <a:ext cx="157450" cy="25972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25"/>
          <p:cNvSpPr txBox="1"/>
          <p:nvPr>
            <p:ph idx="13" type="subTitle"/>
          </p:nvPr>
        </p:nvSpPr>
        <p:spPr>
          <a:xfrm>
            <a:off x="5419075" y="1269625"/>
            <a:ext cx="2958000" cy="756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latin typeface="Baloo 2"/>
                <a:ea typeface="Baloo 2"/>
                <a:cs typeface="Baloo 2"/>
                <a:sym typeface="Baloo 2"/>
              </a:rPr>
              <a:t>Kendrick Raphael Ticoalu (2208561097)</a:t>
            </a:r>
            <a:endParaRPr/>
          </a:p>
        </p:txBody>
      </p:sp>
      <p:sp>
        <p:nvSpPr>
          <p:cNvPr id="745" name="Google Shape;745;p25"/>
          <p:cNvSpPr txBox="1"/>
          <p:nvPr>
            <p:ph idx="5" type="title"/>
          </p:nvPr>
        </p:nvSpPr>
        <p:spPr>
          <a:xfrm>
            <a:off x="859275" y="1424275"/>
            <a:ext cx="6675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746" name="Google Shape;746;p25"/>
          <p:cNvSpPr txBox="1"/>
          <p:nvPr>
            <p:ph idx="9" type="subTitle"/>
          </p:nvPr>
        </p:nvSpPr>
        <p:spPr>
          <a:xfrm>
            <a:off x="1524375" y="1426525"/>
            <a:ext cx="2958000" cy="756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Kadek Yuni Suratri (2208561055)</a:t>
            </a:r>
            <a:endParaRPr/>
          </a:p>
        </p:txBody>
      </p:sp>
      <p:sp>
        <p:nvSpPr>
          <p:cNvPr id="747" name="Google Shape;74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Anggota Kelompok</a:t>
            </a:r>
            <a:endParaRPr/>
          </a:p>
        </p:txBody>
      </p:sp>
      <p:sp>
        <p:nvSpPr>
          <p:cNvPr id="748" name="Google Shape;748;p25"/>
          <p:cNvSpPr txBox="1"/>
          <p:nvPr>
            <p:ph idx="6" type="title"/>
          </p:nvPr>
        </p:nvSpPr>
        <p:spPr>
          <a:xfrm>
            <a:off x="859275" y="2899174"/>
            <a:ext cx="6675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749" name="Google Shape;749;p25"/>
          <p:cNvSpPr txBox="1"/>
          <p:nvPr>
            <p:ph idx="7" type="title"/>
          </p:nvPr>
        </p:nvSpPr>
        <p:spPr>
          <a:xfrm>
            <a:off x="4753977" y="1424275"/>
            <a:ext cx="6651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750" name="Google Shape;750;p25"/>
          <p:cNvSpPr txBox="1"/>
          <p:nvPr>
            <p:ph idx="14" type="subTitle"/>
          </p:nvPr>
        </p:nvSpPr>
        <p:spPr>
          <a:xfrm>
            <a:off x="1524375" y="2744522"/>
            <a:ext cx="2958000" cy="756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latin typeface="Baloo 2"/>
                <a:ea typeface="Baloo 2"/>
                <a:cs typeface="Baloo 2"/>
                <a:sym typeface="Baloo 2"/>
              </a:rPr>
              <a:t>Esa Sulistyo Aji Nugroho (2208561144)</a:t>
            </a:r>
            <a:endParaRPr sz="3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26"/>
          <p:cNvSpPr txBox="1"/>
          <p:nvPr>
            <p:ph idx="13" type="subTitle"/>
          </p:nvPr>
        </p:nvSpPr>
        <p:spPr>
          <a:xfrm>
            <a:off x="5419075" y="1269625"/>
            <a:ext cx="2958000" cy="75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Understanding</a:t>
            </a:r>
            <a:endParaRPr/>
          </a:p>
        </p:txBody>
      </p:sp>
      <p:sp>
        <p:nvSpPr>
          <p:cNvPr id="756" name="Google Shape;756;p26"/>
          <p:cNvSpPr txBox="1"/>
          <p:nvPr>
            <p:ph idx="5" type="title"/>
          </p:nvPr>
        </p:nvSpPr>
        <p:spPr>
          <a:xfrm>
            <a:off x="859275" y="1424275"/>
            <a:ext cx="6675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757" name="Google Shape;757;p26"/>
          <p:cNvSpPr txBox="1"/>
          <p:nvPr>
            <p:ph idx="9" type="subTitle"/>
          </p:nvPr>
        </p:nvSpPr>
        <p:spPr>
          <a:xfrm>
            <a:off x="1524375" y="1426525"/>
            <a:ext cx="2958000" cy="756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Business Understanding</a:t>
            </a:r>
            <a:endParaRPr/>
          </a:p>
        </p:txBody>
      </p:sp>
      <p:sp>
        <p:nvSpPr>
          <p:cNvPr id="758" name="Google Shape;758;p26"/>
          <p:cNvSpPr txBox="1"/>
          <p:nvPr>
            <p:ph idx="15" type="subTitle"/>
          </p:nvPr>
        </p:nvSpPr>
        <p:spPr>
          <a:xfrm>
            <a:off x="5419075" y="2744522"/>
            <a:ext cx="2958000" cy="75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Modelling</a:t>
            </a:r>
            <a:endParaRPr/>
          </a:p>
        </p:txBody>
      </p:sp>
      <p:sp>
        <p:nvSpPr>
          <p:cNvPr id="759" name="Google Shape;759;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760" name="Google Shape;760;p26"/>
          <p:cNvSpPr txBox="1"/>
          <p:nvPr>
            <p:ph idx="6" type="title"/>
          </p:nvPr>
        </p:nvSpPr>
        <p:spPr>
          <a:xfrm>
            <a:off x="859275" y="2899174"/>
            <a:ext cx="6675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761" name="Google Shape;761;p26"/>
          <p:cNvSpPr txBox="1"/>
          <p:nvPr>
            <p:ph idx="7" type="title"/>
          </p:nvPr>
        </p:nvSpPr>
        <p:spPr>
          <a:xfrm>
            <a:off x="4753977" y="1424275"/>
            <a:ext cx="6651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762" name="Google Shape;762;p26"/>
          <p:cNvSpPr txBox="1"/>
          <p:nvPr>
            <p:ph idx="8" type="title"/>
          </p:nvPr>
        </p:nvSpPr>
        <p:spPr>
          <a:xfrm>
            <a:off x="4753977" y="2899174"/>
            <a:ext cx="6651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763" name="Google Shape;763;p26"/>
          <p:cNvSpPr txBox="1"/>
          <p:nvPr>
            <p:ph idx="14" type="subTitle"/>
          </p:nvPr>
        </p:nvSpPr>
        <p:spPr>
          <a:xfrm>
            <a:off x="1524375" y="2744522"/>
            <a:ext cx="2958000" cy="75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Preparation</a:t>
            </a:r>
            <a:endParaRPr/>
          </a:p>
        </p:txBody>
      </p:sp>
      <p:sp>
        <p:nvSpPr>
          <p:cNvPr id="764" name="Google Shape;764;p26"/>
          <p:cNvSpPr txBox="1"/>
          <p:nvPr>
            <p:ph idx="15" type="subTitle"/>
          </p:nvPr>
        </p:nvSpPr>
        <p:spPr>
          <a:xfrm>
            <a:off x="5419075" y="4219422"/>
            <a:ext cx="2958000" cy="756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Evaluasi</a:t>
            </a:r>
            <a:endParaRPr/>
          </a:p>
        </p:txBody>
      </p:sp>
      <p:sp>
        <p:nvSpPr>
          <p:cNvPr id="765" name="Google Shape;765;p26"/>
          <p:cNvSpPr txBox="1"/>
          <p:nvPr>
            <p:ph idx="8" type="title"/>
          </p:nvPr>
        </p:nvSpPr>
        <p:spPr>
          <a:xfrm>
            <a:off x="4753977" y="4374074"/>
            <a:ext cx="665100" cy="447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27"/>
          <p:cNvSpPr txBox="1"/>
          <p:nvPr>
            <p:ph type="title"/>
          </p:nvPr>
        </p:nvSpPr>
        <p:spPr>
          <a:xfrm>
            <a:off x="3871075" y="2969400"/>
            <a:ext cx="4559700" cy="130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Business Understanding</a:t>
            </a:r>
            <a:endParaRPr/>
          </a:p>
        </p:txBody>
      </p:sp>
      <p:sp>
        <p:nvSpPr>
          <p:cNvPr id="771" name="Google Shape;771;p27"/>
          <p:cNvSpPr txBox="1"/>
          <p:nvPr>
            <p:ph idx="2" type="title"/>
          </p:nvPr>
        </p:nvSpPr>
        <p:spPr>
          <a:xfrm>
            <a:off x="3871075" y="2425725"/>
            <a:ext cx="996900" cy="7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772" name="Google Shape;772;p27"/>
          <p:cNvSpPr txBox="1"/>
          <p:nvPr>
            <p:ph idx="1" type="subTitle"/>
          </p:nvPr>
        </p:nvSpPr>
        <p:spPr>
          <a:xfrm>
            <a:off x="3871075" y="4229000"/>
            <a:ext cx="4559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773" name="Google Shape;773;p27"/>
          <p:cNvGrpSpPr/>
          <p:nvPr/>
        </p:nvGrpSpPr>
        <p:grpSpPr>
          <a:xfrm>
            <a:off x="713221" y="502143"/>
            <a:ext cx="2987196" cy="3456293"/>
            <a:chOff x="713221" y="502143"/>
            <a:chExt cx="2987196" cy="3456293"/>
          </a:xfrm>
        </p:grpSpPr>
        <p:grpSp>
          <p:nvGrpSpPr>
            <p:cNvPr id="774" name="Google Shape;774;p27"/>
            <p:cNvGrpSpPr/>
            <p:nvPr/>
          </p:nvGrpSpPr>
          <p:grpSpPr>
            <a:xfrm>
              <a:off x="1974337" y="1193591"/>
              <a:ext cx="1726080" cy="1115464"/>
              <a:chOff x="4838012" y="1361547"/>
              <a:chExt cx="951900" cy="615157"/>
            </a:xfrm>
          </p:grpSpPr>
          <p:sp>
            <p:nvSpPr>
              <p:cNvPr id="775" name="Google Shape;775;p27"/>
              <p:cNvSpPr/>
              <p:nvPr/>
            </p:nvSpPr>
            <p:spPr>
              <a:xfrm>
                <a:off x="4838012" y="1419903"/>
                <a:ext cx="951900" cy="556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6" name="Google Shape;776;p27"/>
              <p:cNvSpPr/>
              <p:nvPr/>
            </p:nvSpPr>
            <p:spPr>
              <a:xfrm>
                <a:off x="4838012" y="1361547"/>
                <a:ext cx="951892" cy="58358"/>
              </a:xfrm>
              <a:custGeom>
                <a:rect b="b" l="l" r="r" t="t"/>
                <a:pathLst>
                  <a:path extrusionOk="0" h="67" w="1089">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7" name="Google Shape;777;p27"/>
              <p:cNvSpPr/>
              <p:nvPr/>
            </p:nvSpPr>
            <p:spPr>
              <a:xfrm>
                <a:off x="4863842"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8" name="Google Shape;778;p27"/>
              <p:cNvSpPr/>
              <p:nvPr/>
            </p:nvSpPr>
            <p:spPr>
              <a:xfrm>
                <a:off x="4904979"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9" name="Google Shape;779;p27"/>
              <p:cNvSpPr/>
              <p:nvPr/>
            </p:nvSpPr>
            <p:spPr>
              <a:xfrm>
                <a:off x="4945159" y="1376853"/>
                <a:ext cx="267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0" name="Google Shape;780;p27"/>
              <p:cNvSpPr/>
              <p:nvPr/>
            </p:nvSpPr>
            <p:spPr>
              <a:xfrm>
                <a:off x="4902109" y="1478261"/>
                <a:ext cx="348300" cy="348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1" name="Google Shape;781;p27"/>
              <p:cNvSpPr/>
              <p:nvPr/>
            </p:nvSpPr>
            <p:spPr>
              <a:xfrm>
                <a:off x="4926026" y="1502178"/>
                <a:ext cx="299440" cy="300397"/>
              </a:xfrm>
              <a:custGeom>
                <a:rect b="b" l="l" r="r" t="t"/>
                <a:pathLst>
                  <a:path extrusionOk="0" h="343" w="342">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2" name="Google Shape;782;p27"/>
              <p:cNvSpPr/>
              <p:nvPr/>
            </p:nvSpPr>
            <p:spPr>
              <a:xfrm>
                <a:off x="4926026" y="1506961"/>
                <a:ext cx="299440" cy="295613"/>
              </a:xfrm>
              <a:custGeom>
                <a:rect b="b" l="l" r="r" t="t"/>
                <a:pathLst>
                  <a:path extrusionOk="0" h="338" w="342">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3" name="Google Shape;783;p27"/>
              <p:cNvSpPr/>
              <p:nvPr/>
            </p:nvSpPr>
            <p:spPr>
              <a:xfrm>
                <a:off x="5076224" y="1660030"/>
                <a:ext cx="149241" cy="142545"/>
              </a:xfrm>
              <a:custGeom>
                <a:rect b="b" l="l" r="r" t="t"/>
                <a:pathLst>
                  <a:path extrusionOk="0" h="163" w="171">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4" name="Google Shape;784;p27"/>
              <p:cNvSpPr/>
              <p:nvPr/>
            </p:nvSpPr>
            <p:spPr>
              <a:xfrm>
                <a:off x="5313479" y="1549055"/>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5" name="Google Shape;785;p27"/>
              <p:cNvSpPr/>
              <p:nvPr/>
            </p:nvSpPr>
            <p:spPr>
              <a:xfrm>
                <a:off x="5313479" y="1610282"/>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6" name="Google Shape;786;p27"/>
              <p:cNvSpPr/>
              <p:nvPr/>
            </p:nvSpPr>
            <p:spPr>
              <a:xfrm>
                <a:off x="5313479" y="1671510"/>
                <a:ext cx="3234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7" name="Google Shape;787;p27"/>
              <p:cNvSpPr/>
              <p:nvPr/>
            </p:nvSpPr>
            <p:spPr>
              <a:xfrm>
                <a:off x="5313479" y="1732737"/>
                <a:ext cx="205800" cy="24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8" name="Google Shape;788;p27"/>
              <p:cNvSpPr/>
              <p:nvPr/>
            </p:nvSpPr>
            <p:spPr>
              <a:xfrm>
                <a:off x="4970989"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9" name="Google Shape;789;p27"/>
              <p:cNvSpPr/>
              <p:nvPr/>
            </p:nvSpPr>
            <p:spPr>
              <a:xfrm>
                <a:off x="4889672" y="1867628"/>
                <a:ext cx="57600" cy="57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0" name="Google Shape;790;p27"/>
              <p:cNvSpPr/>
              <p:nvPr/>
            </p:nvSpPr>
            <p:spPr>
              <a:xfrm>
                <a:off x="5257036"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1" name="Google Shape;791;p27"/>
              <p:cNvSpPr/>
              <p:nvPr/>
            </p:nvSpPr>
            <p:spPr>
              <a:xfrm>
                <a:off x="5175718" y="1867628"/>
                <a:ext cx="57600" cy="576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2" name="Google Shape;792;p27"/>
              <p:cNvSpPr/>
              <p:nvPr/>
            </p:nvSpPr>
            <p:spPr>
              <a:xfrm>
                <a:off x="5543081" y="1884848"/>
                <a:ext cx="1446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3" name="Google Shape;793;p27"/>
              <p:cNvSpPr/>
              <p:nvPr/>
            </p:nvSpPr>
            <p:spPr>
              <a:xfrm>
                <a:off x="5461764" y="1867628"/>
                <a:ext cx="56400" cy="57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94" name="Google Shape;794;p27"/>
            <p:cNvGrpSpPr/>
            <p:nvPr/>
          </p:nvGrpSpPr>
          <p:grpSpPr>
            <a:xfrm>
              <a:off x="1442946" y="949677"/>
              <a:ext cx="437992" cy="437992"/>
              <a:chOff x="1309269" y="3291652"/>
              <a:chExt cx="415198" cy="415198"/>
            </a:xfrm>
          </p:grpSpPr>
          <p:sp>
            <p:nvSpPr>
              <p:cNvPr id="795" name="Google Shape;795;p27"/>
              <p:cNvSpPr/>
              <p:nvPr/>
            </p:nvSpPr>
            <p:spPr>
              <a:xfrm>
                <a:off x="1309269" y="3291652"/>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6" name="Google Shape;796;p27"/>
              <p:cNvSpPr/>
              <p:nvPr/>
            </p:nvSpPr>
            <p:spPr>
              <a:xfrm>
                <a:off x="1364756" y="3349053"/>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97" name="Google Shape;797;p27"/>
            <p:cNvSpPr/>
            <p:nvPr/>
          </p:nvSpPr>
          <p:spPr>
            <a:xfrm>
              <a:off x="3052028" y="502143"/>
              <a:ext cx="560784" cy="924988"/>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8" name="Google Shape;798;p27"/>
            <p:cNvSpPr/>
            <p:nvPr/>
          </p:nvSpPr>
          <p:spPr>
            <a:xfrm>
              <a:off x="3003630" y="2329937"/>
              <a:ext cx="269949" cy="266432"/>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9" name="Google Shape;799;p27"/>
            <p:cNvSpPr/>
            <p:nvPr/>
          </p:nvSpPr>
          <p:spPr>
            <a:xfrm>
              <a:off x="3003613" y="2807213"/>
              <a:ext cx="166095" cy="27398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00" name="Google Shape;800;p27"/>
            <p:cNvGrpSpPr/>
            <p:nvPr/>
          </p:nvGrpSpPr>
          <p:grpSpPr>
            <a:xfrm>
              <a:off x="713221" y="1546974"/>
              <a:ext cx="1380702" cy="2411462"/>
              <a:chOff x="713221" y="1546974"/>
              <a:chExt cx="1380702" cy="2411462"/>
            </a:xfrm>
          </p:grpSpPr>
          <p:sp>
            <p:nvSpPr>
              <p:cNvPr id="801" name="Google Shape;801;p27"/>
              <p:cNvSpPr/>
              <p:nvPr/>
            </p:nvSpPr>
            <p:spPr>
              <a:xfrm flipH="1">
                <a:off x="1210219" y="1617779"/>
                <a:ext cx="451384" cy="297518"/>
              </a:xfrm>
              <a:custGeom>
                <a:rect b="b" l="l" r="r" t="t"/>
                <a:pathLst>
                  <a:path extrusionOk="0" h="334" w="506">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2" name="Google Shape;802;p27"/>
              <p:cNvSpPr/>
              <p:nvPr/>
            </p:nvSpPr>
            <p:spPr>
              <a:xfrm flipH="1">
                <a:off x="892277" y="2443613"/>
                <a:ext cx="815622" cy="1284025"/>
              </a:xfrm>
              <a:custGeom>
                <a:rect b="b" l="l" r="r" t="t"/>
                <a:pathLst>
                  <a:path extrusionOk="0" h="1439" w="914">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3" name="Google Shape;803;p27"/>
              <p:cNvSpPr/>
              <p:nvPr/>
            </p:nvSpPr>
            <p:spPr>
              <a:xfrm flipH="1">
                <a:off x="1228602" y="1913255"/>
                <a:ext cx="425512" cy="571207"/>
              </a:xfrm>
              <a:custGeom>
                <a:rect b="b" l="l" r="r" t="t"/>
                <a:pathLst>
                  <a:path extrusionOk="0" h="641" w="477">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4" name="Google Shape;804;p27"/>
              <p:cNvSpPr/>
              <p:nvPr/>
            </p:nvSpPr>
            <p:spPr>
              <a:xfrm flipH="1">
                <a:off x="738412" y="3639812"/>
                <a:ext cx="309092" cy="272328"/>
              </a:xfrm>
              <a:custGeom>
                <a:rect b="b" l="l" r="r" t="t"/>
                <a:pathLst>
                  <a:path extrusionOk="0" h="305" w="347">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5" name="Google Shape;805;p27"/>
              <p:cNvSpPr/>
              <p:nvPr/>
            </p:nvSpPr>
            <p:spPr>
              <a:xfrm flipH="1">
                <a:off x="713221" y="3728319"/>
                <a:ext cx="332921" cy="230117"/>
              </a:xfrm>
              <a:custGeom>
                <a:rect b="b" l="l" r="r" t="t"/>
                <a:pathLst>
                  <a:path extrusionOk="0" h="258" w="373">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6" name="Google Shape;806;p27"/>
              <p:cNvSpPr/>
              <p:nvPr/>
            </p:nvSpPr>
            <p:spPr>
              <a:xfrm flipH="1">
                <a:off x="1374978" y="3639812"/>
                <a:ext cx="312496" cy="272328"/>
              </a:xfrm>
              <a:custGeom>
                <a:rect b="b" l="l" r="r" t="t"/>
                <a:pathLst>
                  <a:path extrusionOk="0" h="305" w="35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7" name="Google Shape;807;p27"/>
              <p:cNvSpPr/>
              <p:nvPr/>
            </p:nvSpPr>
            <p:spPr>
              <a:xfrm flipH="1">
                <a:off x="1377020" y="3728319"/>
                <a:ext cx="332240" cy="230117"/>
              </a:xfrm>
              <a:custGeom>
                <a:rect b="b" l="l" r="r" t="t"/>
                <a:pathLst>
                  <a:path extrusionOk="0" h="258" w="373">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8" name="Google Shape;808;p27"/>
              <p:cNvSpPr/>
              <p:nvPr/>
            </p:nvSpPr>
            <p:spPr>
              <a:xfrm flipH="1">
                <a:off x="835769" y="1991549"/>
                <a:ext cx="548060" cy="518784"/>
              </a:xfrm>
              <a:custGeom>
                <a:rect b="b" l="l" r="r" t="t"/>
                <a:pathLst>
                  <a:path extrusionOk="0" h="582" w="615">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9" name="Google Shape;809;p27"/>
              <p:cNvSpPr/>
              <p:nvPr/>
            </p:nvSpPr>
            <p:spPr>
              <a:xfrm flipH="1">
                <a:off x="1041376" y="2250941"/>
                <a:ext cx="184502" cy="54466"/>
              </a:xfrm>
              <a:custGeom>
                <a:rect b="b" l="l" r="r" t="t"/>
                <a:pathLst>
                  <a:path extrusionOk="0" h="80" w="271">
                    <a:moveTo>
                      <a:pt x="0" y="0"/>
                    </a:moveTo>
                    <a:lnTo>
                      <a:pt x="5" y="68"/>
                    </a:lnTo>
                    <a:lnTo>
                      <a:pt x="271" y="80"/>
                    </a:lnTo>
                    <a:lnTo>
                      <a:pt x="0" y="0"/>
                    </a:lnTo>
                    <a:close/>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0" name="Google Shape;810;p27"/>
              <p:cNvSpPr/>
              <p:nvPr/>
            </p:nvSpPr>
            <p:spPr>
              <a:xfrm flipH="1">
                <a:off x="1585351" y="1969082"/>
                <a:ext cx="395556" cy="444574"/>
              </a:xfrm>
              <a:custGeom>
                <a:rect b="b" l="l" r="r" t="t"/>
                <a:pathLst>
                  <a:path extrusionOk="0" h="498" w="443">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1" name="Google Shape;811;p27"/>
              <p:cNvSpPr/>
              <p:nvPr/>
            </p:nvSpPr>
            <p:spPr>
              <a:xfrm flipH="1">
                <a:off x="1950270" y="1940487"/>
                <a:ext cx="111654" cy="141610"/>
              </a:xfrm>
              <a:custGeom>
                <a:rect b="b" l="l" r="r" t="t"/>
                <a:pathLst>
                  <a:path extrusionOk="0" h="159" w="125">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2" name="Google Shape;812;p27"/>
              <p:cNvSpPr/>
              <p:nvPr/>
            </p:nvSpPr>
            <p:spPr>
              <a:xfrm flipH="1">
                <a:off x="1997246" y="2075290"/>
                <a:ext cx="33360" cy="2723"/>
              </a:xfrm>
              <a:custGeom>
                <a:rect b="b" l="l" r="r" t="t"/>
                <a:pathLst>
                  <a:path extrusionOk="0" h="3" w="37">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3" name="Google Shape;813;p27"/>
              <p:cNvSpPr/>
              <p:nvPr/>
            </p:nvSpPr>
            <p:spPr>
              <a:xfrm flipH="1">
                <a:off x="1957759" y="2005846"/>
                <a:ext cx="99400" cy="72167"/>
              </a:xfrm>
              <a:custGeom>
                <a:rect b="b" l="l" r="r" t="t"/>
                <a:pathLst>
                  <a:path extrusionOk="0" h="81" w="112">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4" name="Google Shape;814;p27"/>
              <p:cNvSpPr/>
              <p:nvPr/>
            </p:nvSpPr>
            <p:spPr>
              <a:xfrm flipH="1">
                <a:off x="2004736" y="1871725"/>
                <a:ext cx="5447" cy="49019"/>
              </a:xfrm>
              <a:custGeom>
                <a:rect b="b" l="l" r="r" t="t"/>
                <a:pathLst>
                  <a:path extrusionOk="0" h="72" w="8">
                    <a:moveTo>
                      <a:pt x="8" y="0"/>
                    </a:moveTo>
                    <a:lnTo>
                      <a:pt x="0" y="72"/>
                    </a:lnTo>
                    <a:lnTo>
                      <a:pt x="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815" name="Google Shape;815;p27"/>
              <p:cNvCxnSpPr/>
              <p:nvPr/>
            </p:nvCxnSpPr>
            <p:spPr>
              <a:xfrm>
                <a:off x="2004736" y="1871725"/>
                <a:ext cx="5462" cy="48921"/>
              </a:xfrm>
              <a:prstGeom prst="straightConnector1">
                <a:avLst/>
              </a:prstGeom>
              <a:noFill/>
              <a:ln>
                <a:noFill/>
              </a:ln>
            </p:spPr>
          </p:cxnSp>
          <p:sp>
            <p:nvSpPr>
              <p:cNvPr id="816" name="Google Shape;816;p27"/>
              <p:cNvSpPr/>
              <p:nvPr/>
            </p:nvSpPr>
            <p:spPr>
              <a:xfrm flipH="1">
                <a:off x="1995204" y="1871044"/>
                <a:ext cx="24509" cy="51742"/>
              </a:xfrm>
              <a:custGeom>
                <a:rect b="b" l="l" r="r" t="t"/>
                <a:pathLst>
                  <a:path extrusionOk="0" h="76" w="36">
                    <a:moveTo>
                      <a:pt x="27" y="76"/>
                    </a:moveTo>
                    <a:lnTo>
                      <a:pt x="0" y="72"/>
                    </a:lnTo>
                    <a:lnTo>
                      <a:pt x="9" y="0"/>
                    </a:lnTo>
                    <a:lnTo>
                      <a:pt x="36" y="3"/>
                    </a:lnTo>
                    <a:lnTo>
                      <a:pt x="27" y="7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7" name="Google Shape;817;p27"/>
              <p:cNvSpPr/>
              <p:nvPr/>
            </p:nvSpPr>
            <p:spPr>
              <a:xfrm flipH="1">
                <a:off x="1987034" y="1905085"/>
                <a:ext cx="61274" cy="160673"/>
              </a:xfrm>
              <a:custGeom>
                <a:rect b="b" l="l" r="r" t="t"/>
                <a:pathLst>
                  <a:path extrusionOk="0" h="180" w="69">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8" name="Google Shape;818;p27"/>
              <p:cNvSpPr/>
              <p:nvPr/>
            </p:nvSpPr>
            <p:spPr>
              <a:xfrm flipH="1">
                <a:off x="1913506" y="1664075"/>
                <a:ext cx="161354" cy="202203"/>
              </a:xfrm>
              <a:custGeom>
                <a:rect b="b" l="l" r="r" t="t"/>
                <a:pathLst>
                  <a:path extrusionOk="0" h="227" w="181">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9" name="Google Shape;819;p27"/>
              <p:cNvSpPr/>
              <p:nvPr/>
            </p:nvSpPr>
            <p:spPr>
              <a:xfrm flipH="1">
                <a:off x="1896486" y="1640246"/>
                <a:ext cx="197438" cy="255987"/>
              </a:xfrm>
              <a:custGeom>
                <a:rect b="b" l="l" r="r" t="t"/>
                <a:pathLst>
                  <a:path extrusionOk="0" h="287" w="221">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0" name="Google Shape;820;p27"/>
              <p:cNvSpPr/>
              <p:nvPr/>
            </p:nvSpPr>
            <p:spPr>
              <a:xfrm flipH="1">
                <a:off x="1989758" y="1937083"/>
                <a:ext cx="101442" cy="123228"/>
              </a:xfrm>
              <a:custGeom>
                <a:rect b="b" l="l" r="r" t="t"/>
                <a:pathLst>
                  <a:path extrusionOk="0" h="138" w="114">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1" name="Google Shape;821;p27"/>
              <p:cNvSpPr/>
              <p:nvPr/>
            </p:nvSpPr>
            <p:spPr>
              <a:xfrm flipH="1">
                <a:off x="1938015" y="1908489"/>
                <a:ext cx="118462" cy="117101"/>
              </a:xfrm>
              <a:custGeom>
                <a:rect b="b" l="l" r="r" t="t"/>
                <a:pathLst>
                  <a:path extrusionOk="0" h="131" w="133">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2" name="Google Shape;822;p27"/>
              <p:cNvSpPr/>
              <p:nvPr/>
            </p:nvSpPr>
            <p:spPr>
              <a:xfrm flipH="1">
                <a:off x="1980907" y="2003804"/>
                <a:ext cx="15659" cy="13616"/>
              </a:xfrm>
              <a:custGeom>
                <a:rect b="b" l="l" r="r" t="t"/>
                <a:pathLst>
                  <a:path extrusionOk="0" h="15" w="18">
                    <a:moveTo>
                      <a:pt x="1" y="0"/>
                    </a:moveTo>
                    <a:cubicBezTo>
                      <a:pt x="1" y="1"/>
                      <a:pt x="1" y="2"/>
                      <a:pt x="0" y="2"/>
                    </a:cubicBezTo>
                    <a:cubicBezTo>
                      <a:pt x="1" y="3"/>
                      <a:pt x="2" y="4"/>
                      <a:pt x="3" y="6"/>
                    </a:cubicBezTo>
                    <a:cubicBezTo>
                      <a:pt x="7" y="10"/>
                      <a:pt x="12" y="13"/>
                      <a:pt x="18" y="15"/>
                    </a:cubicBezTo>
                    <a:cubicBezTo>
                      <a:pt x="18" y="15"/>
                      <a:pt x="18" y="15"/>
                      <a:pt x="18" y="15"/>
                    </a:cubicBezTo>
                    <a:cubicBezTo>
                      <a:pt x="14" y="13"/>
                      <a:pt x="12" y="11"/>
                      <a:pt x="9" y="9"/>
                    </a:cubicBezTo>
                    <a:cubicBezTo>
                      <a:pt x="7" y="8"/>
                      <a:pt x="6" y="6"/>
                      <a:pt x="4" y="4"/>
                    </a:cubicBezTo>
                    <a:cubicBezTo>
                      <a:pt x="4" y="4"/>
                      <a:pt x="4" y="4"/>
                      <a:pt x="3" y="3"/>
                    </a:cubicBezTo>
                    <a:cubicBezTo>
                      <a:pt x="3" y="2"/>
                      <a:pt x="2" y="1"/>
                      <a:pt x="1" y="0"/>
                    </a:cubicBezTo>
                  </a:path>
                </a:pathLst>
              </a:custGeom>
              <a:solidFill>
                <a:srgbClr val="FF64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3" name="Google Shape;823;p27"/>
              <p:cNvSpPr/>
              <p:nvPr/>
            </p:nvSpPr>
            <p:spPr>
              <a:xfrm flipH="1">
                <a:off x="1995885" y="1954785"/>
                <a:ext cx="60593" cy="51061"/>
              </a:xfrm>
              <a:custGeom>
                <a:rect b="b" l="l" r="r" t="t"/>
                <a:pathLst>
                  <a:path extrusionOk="0" h="57" w="68">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4" name="Google Shape;824;p27"/>
              <p:cNvSpPr/>
              <p:nvPr/>
            </p:nvSpPr>
            <p:spPr>
              <a:xfrm flipH="1">
                <a:off x="1980907" y="1954785"/>
                <a:ext cx="75571" cy="62635"/>
              </a:xfrm>
              <a:custGeom>
                <a:rect b="b" l="l" r="r" t="t"/>
                <a:pathLst>
                  <a:path extrusionOk="0" h="70" w="85">
                    <a:moveTo>
                      <a:pt x="76" y="64"/>
                    </a:moveTo>
                    <a:cubicBezTo>
                      <a:pt x="79" y="66"/>
                      <a:pt x="81" y="68"/>
                      <a:pt x="85" y="70"/>
                    </a:cubicBezTo>
                    <a:cubicBezTo>
                      <a:pt x="82" y="68"/>
                      <a:pt x="79" y="66"/>
                      <a:pt x="76" y="64"/>
                    </a:cubicBezTo>
                    <a:moveTo>
                      <a:pt x="0" y="0"/>
                    </a:moveTo>
                    <a:cubicBezTo>
                      <a:pt x="0" y="0"/>
                      <a:pt x="0" y="0"/>
                      <a:pt x="0" y="0"/>
                    </a:cubicBezTo>
                    <a:cubicBezTo>
                      <a:pt x="3" y="14"/>
                      <a:pt x="15" y="22"/>
                      <a:pt x="29" y="22"/>
                    </a:cubicBezTo>
                    <a:cubicBezTo>
                      <a:pt x="40" y="22"/>
                      <a:pt x="51" y="17"/>
                      <a:pt x="61" y="9"/>
                    </a:cubicBezTo>
                    <a:cubicBezTo>
                      <a:pt x="61" y="9"/>
                      <a:pt x="53" y="34"/>
                      <a:pt x="68" y="55"/>
                    </a:cubicBezTo>
                    <a:cubicBezTo>
                      <a:pt x="69" y="56"/>
                      <a:pt x="70" y="57"/>
                      <a:pt x="70" y="58"/>
                    </a:cubicBezTo>
                    <a:cubicBezTo>
                      <a:pt x="56" y="40"/>
                      <a:pt x="61" y="17"/>
                      <a:pt x="63" y="11"/>
                    </a:cubicBezTo>
                    <a:cubicBezTo>
                      <a:pt x="64" y="6"/>
                      <a:pt x="64" y="6"/>
                      <a:pt x="64" y="6"/>
                    </a:cubicBezTo>
                    <a:cubicBezTo>
                      <a:pt x="59" y="9"/>
                      <a:pt x="59" y="9"/>
                      <a:pt x="59" y="9"/>
                    </a:cubicBezTo>
                    <a:cubicBezTo>
                      <a:pt x="54" y="11"/>
                      <a:pt x="49" y="14"/>
                      <a:pt x="43" y="16"/>
                    </a:cubicBezTo>
                    <a:cubicBezTo>
                      <a:pt x="37" y="18"/>
                      <a:pt x="32" y="19"/>
                      <a:pt x="26" y="19"/>
                    </a:cubicBezTo>
                    <a:cubicBezTo>
                      <a:pt x="26" y="19"/>
                      <a:pt x="25" y="19"/>
                      <a:pt x="25" y="19"/>
                    </a:cubicBezTo>
                    <a:cubicBezTo>
                      <a:pt x="20" y="19"/>
                      <a:pt x="14" y="18"/>
                      <a:pt x="9" y="14"/>
                    </a:cubicBezTo>
                    <a:cubicBezTo>
                      <a:pt x="5" y="11"/>
                      <a:pt x="1" y="6"/>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5" name="Google Shape;825;p27"/>
              <p:cNvSpPr/>
              <p:nvPr/>
            </p:nvSpPr>
            <p:spPr>
              <a:xfrm flipH="1">
                <a:off x="2008820" y="2029675"/>
                <a:ext cx="53785" cy="10893"/>
              </a:xfrm>
              <a:custGeom>
                <a:rect b="b" l="l" r="r" t="t"/>
                <a:pathLst>
                  <a:path extrusionOk="0" h="12" w="6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6" name="Google Shape;826;p27"/>
              <p:cNvSpPr/>
              <p:nvPr/>
            </p:nvSpPr>
            <p:spPr>
              <a:xfrm flipH="1">
                <a:off x="1998608" y="2000399"/>
                <a:ext cx="63316" cy="10893"/>
              </a:xfrm>
              <a:custGeom>
                <a:rect b="b" l="l" r="r" t="t"/>
                <a:pathLst>
                  <a:path extrusionOk="0" h="12" w="71">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7" name="Google Shape;827;p27"/>
              <p:cNvSpPr/>
              <p:nvPr/>
            </p:nvSpPr>
            <p:spPr>
              <a:xfrm flipH="1">
                <a:off x="2004736" y="1974528"/>
                <a:ext cx="51742" cy="14297"/>
              </a:xfrm>
              <a:custGeom>
                <a:rect b="b" l="l" r="r" t="t"/>
                <a:pathLst>
                  <a:path extrusionOk="0" h="16" w="58">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8" name="Google Shape;828;p27"/>
              <p:cNvSpPr/>
              <p:nvPr/>
            </p:nvSpPr>
            <p:spPr>
              <a:xfrm flipH="1">
                <a:off x="2004736" y="1983379"/>
                <a:ext cx="681" cy="5447"/>
              </a:xfrm>
              <a:custGeom>
                <a:rect b="b" l="l" r="r" t="t"/>
                <a:pathLst>
                  <a:path extrusionOk="0" h="6" w="1">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9" name="Google Shape;829;p27"/>
              <p:cNvSpPr/>
              <p:nvPr/>
            </p:nvSpPr>
            <p:spPr>
              <a:xfrm flipH="1">
                <a:off x="1583990" y="1959550"/>
                <a:ext cx="411214" cy="510614"/>
              </a:xfrm>
              <a:custGeom>
                <a:rect b="b" l="l" r="r" t="t"/>
                <a:pathLst>
                  <a:path extrusionOk="0" h="573" w="461">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0" name="Google Shape;830;p27"/>
              <p:cNvSpPr/>
              <p:nvPr/>
            </p:nvSpPr>
            <p:spPr>
              <a:xfrm flipH="1">
                <a:off x="1625519" y="2133159"/>
                <a:ext cx="66040" cy="290029"/>
              </a:xfrm>
              <a:custGeom>
                <a:rect b="b" l="l" r="r" t="t"/>
                <a:pathLst>
                  <a:path extrusionOk="0" h="325" w="74">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1" name="Google Shape;831;p27"/>
              <p:cNvSpPr/>
              <p:nvPr/>
            </p:nvSpPr>
            <p:spPr>
              <a:xfrm flipH="1">
                <a:off x="1228601" y="1913255"/>
                <a:ext cx="442533" cy="590270"/>
              </a:xfrm>
              <a:custGeom>
                <a:rect b="b" l="l" r="r" t="t"/>
                <a:pathLst>
                  <a:path extrusionOk="0" h="662" w="496">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2" name="Google Shape;832;p27"/>
              <p:cNvSpPr/>
              <p:nvPr/>
            </p:nvSpPr>
            <p:spPr>
              <a:xfrm flipH="1">
                <a:off x="885470" y="2443613"/>
                <a:ext cx="822429" cy="1230921"/>
              </a:xfrm>
              <a:custGeom>
                <a:rect b="b" l="l" r="r" t="t"/>
                <a:pathLst>
                  <a:path extrusionOk="0" h="1380" w="922">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3" name="Google Shape;833;p27"/>
              <p:cNvSpPr/>
              <p:nvPr/>
            </p:nvSpPr>
            <p:spPr>
              <a:xfrm flipH="1">
                <a:off x="1392680" y="1810451"/>
                <a:ext cx="125271" cy="239648"/>
              </a:xfrm>
              <a:custGeom>
                <a:rect b="b" l="l" r="r" t="t"/>
                <a:pathLst>
                  <a:path extrusionOk="0" h="269" w="14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4" name="Google Shape;834;p27"/>
              <p:cNvSpPr/>
              <p:nvPr/>
            </p:nvSpPr>
            <p:spPr>
              <a:xfrm>
                <a:off x="1392679" y="1839726"/>
                <a:ext cx="0" cy="22467"/>
              </a:xfrm>
              <a:custGeom>
                <a:rect b="b" l="l" r="r" t="t"/>
                <a:pathLst>
                  <a:path extrusionOk="0" h="25" w="12000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5" name="Google Shape;835;p27"/>
              <p:cNvSpPr/>
              <p:nvPr/>
            </p:nvSpPr>
            <p:spPr>
              <a:xfrm flipH="1">
                <a:off x="1392679" y="1839726"/>
                <a:ext cx="117101" cy="61274"/>
              </a:xfrm>
              <a:custGeom>
                <a:rect b="b" l="l" r="r" t="t"/>
                <a:pathLst>
                  <a:path extrusionOk="0" h="69" w="131">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6" name="Google Shape;836;p27"/>
              <p:cNvSpPr/>
              <p:nvPr/>
            </p:nvSpPr>
            <p:spPr>
              <a:xfrm flipH="1">
                <a:off x="1351149" y="1610290"/>
                <a:ext cx="240329" cy="294795"/>
              </a:xfrm>
              <a:custGeom>
                <a:rect b="b" l="l" r="r" t="t"/>
                <a:pathLst>
                  <a:path extrusionOk="0" h="330" w="27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7" name="Google Shape;837;p27"/>
              <p:cNvSpPr/>
              <p:nvPr/>
            </p:nvSpPr>
            <p:spPr>
              <a:xfrm flipH="1">
                <a:off x="1406976" y="1777091"/>
                <a:ext cx="43572" cy="21786"/>
              </a:xfrm>
              <a:custGeom>
                <a:rect b="b" l="l" r="r" t="t"/>
                <a:pathLst>
                  <a:path extrusionOk="0" h="24" w="49">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8" name="Google Shape;838;p27"/>
              <p:cNvSpPr/>
              <p:nvPr/>
            </p:nvSpPr>
            <p:spPr>
              <a:xfrm flipH="1">
                <a:off x="1575820" y="1760070"/>
                <a:ext cx="15659" cy="17020"/>
              </a:xfrm>
              <a:custGeom>
                <a:rect b="b" l="l" r="r" t="t"/>
                <a:pathLst>
                  <a:path extrusionOk="0" h="19" w="18">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39" name="Google Shape;839;p27"/>
              <p:cNvSpPr/>
              <p:nvPr/>
            </p:nvSpPr>
            <p:spPr>
              <a:xfrm flipH="1">
                <a:off x="1542459" y="1736923"/>
                <a:ext cx="25191" cy="44934"/>
              </a:xfrm>
              <a:custGeom>
                <a:rect b="b" l="l" r="r" t="t"/>
                <a:pathLst>
                  <a:path extrusionOk="0" h="50" w="28">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0" name="Google Shape;840;p27"/>
              <p:cNvSpPr/>
              <p:nvPr/>
            </p:nvSpPr>
            <p:spPr>
              <a:xfrm flipH="1">
                <a:off x="1437613" y="1681095"/>
                <a:ext cx="61274" cy="64678"/>
              </a:xfrm>
              <a:custGeom>
                <a:rect b="b" l="l" r="r" t="t"/>
                <a:pathLst>
                  <a:path extrusionOk="0" h="73" w="69">
                    <a:moveTo>
                      <a:pt x="0" y="45"/>
                    </a:moveTo>
                    <a:cubicBezTo>
                      <a:pt x="0" y="45"/>
                      <a:pt x="41" y="31"/>
                      <a:pt x="69" y="73"/>
                    </a:cubicBezTo>
                    <a:cubicBezTo>
                      <a:pt x="69" y="73"/>
                      <a:pt x="42" y="0"/>
                      <a:pt x="0" y="4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1" name="Google Shape;841;p27"/>
              <p:cNvSpPr/>
              <p:nvPr/>
            </p:nvSpPr>
            <p:spPr>
              <a:xfrm flipH="1">
                <a:off x="1536332" y="1684499"/>
                <a:ext cx="49019" cy="48338"/>
              </a:xfrm>
              <a:custGeom>
                <a:rect b="b" l="l" r="r" t="t"/>
                <a:pathLst>
                  <a:path extrusionOk="0" h="54" w="55">
                    <a:moveTo>
                      <a:pt x="55" y="38"/>
                    </a:moveTo>
                    <a:cubicBezTo>
                      <a:pt x="55" y="38"/>
                      <a:pt x="23" y="25"/>
                      <a:pt x="0" y="54"/>
                    </a:cubicBezTo>
                    <a:cubicBezTo>
                      <a:pt x="0" y="54"/>
                      <a:pt x="26" y="0"/>
                      <a:pt x="55"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2" name="Google Shape;842;p27"/>
              <p:cNvSpPr/>
              <p:nvPr/>
            </p:nvSpPr>
            <p:spPr>
              <a:xfrm flipH="1">
                <a:off x="1464165" y="1808408"/>
                <a:ext cx="87145" cy="25871"/>
              </a:xfrm>
              <a:custGeom>
                <a:rect b="b" l="l" r="r" t="t"/>
                <a:pathLst>
                  <a:path extrusionOk="0" h="29" w="98">
                    <a:moveTo>
                      <a:pt x="31" y="25"/>
                    </a:moveTo>
                    <a:cubicBezTo>
                      <a:pt x="35" y="26"/>
                      <a:pt x="39" y="27"/>
                      <a:pt x="43" y="27"/>
                    </a:cubicBezTo>
                    <a:cubicBezTo>
                      <a:pt x="61" y="29"/>
                      <a:pt x="79" y="22"/>
                      <a:pt x="97" y="6"/>
                    </a:cubicBezTo>
                    <a:cubicBezTo>
                      <a:pt x="98" y="6"/>
                      <a:pt x="98" y="4"/>
                      <a:pt x="98" y="4"/>
                    </a:cubicBezTo>
                    <a:cubicBezTo>
                      <a:pt x="97" y="3"/>
                      <a:pt x="96" y="3"/>
                      <a:pt x="95" y="3"/>
                    </a:cubicBezTo>
                    <a:cubicBezTo>
                      <a:pt x="78" y="18"/>
                      <a:pt x="61" y="25"/>
                      <a:pt x="44" y="23"/>
                    </a:cubicBezTo>
                    <a:cubicBezTo>
                      <a:pt x="19" y="21"/>
                      <a:pt x="4" y="2"/>
                      <a:pt x="4" y="1"/>
                    </a:cubicBezTo>
                    <a:cubicBezTo>
                      <a:pt x="3" y="0"/>
                      <a:pt x="2" y="0"/>
                      <a:pt x="1" y="1"/>
                    </a:cubicBezTo>
                    <a:cubicBezTo>
                      <a:pt x="0" y="2"/>
                      <a:pt x="0" y="3"/>
                      <a:pt x="1" y="4"/>
                    </a:cubicBezTo>
                    <a:cubicBezTo>
                      <a:pt x="1" y="4"/>
                      <a:pt x="12" y="19"/>
                      <a:pt x="31" y="25"/>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3" name="Google Shape;843;p27"/>
              <p:cNvSpPr/>
              <p:nvPr/>
            </p:nvSpPr>
            <p:spPr>
              <a:xfrm flipH="1">
                <a:off x="1302130" y="1721264"/>
                <a:ext cx="66040" cy="129356"/>
              </a:xfrm>
              <a:custGeom>
                <a:rect b="b" l="l" r="r" t="t"/>
                <a:pathLst>
                  <a:path extrusionOk="0" h="145" w="74">
                    <a:moveTo>
                      <a:pt x="4" y="41"/>
                    </a:moveTo>
                    <a:cubicBezTo>
                      <a:pt x="4" y="41"/>
                      <a:pt x="21" y="0"/>
                      <a:pt x="48" y="3"/>
                    </a:cubicBezTo>
                    <a:cubicBezTo>
                      <a:pt x="74" y="6"/>
                      <a:pt x="58" y="145"/>
                      <a:pt x="0" y="85"/>
                    </a:cubicBezTo>
                    <a:lnTo>
                      <a:pt x="4" y="41"/>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4" name="Google Shape;844;p27"/>
              <p:cNvSpPr/>
              <p:nvPr/>
            </p:nvSpPr>
            <p:spPr>
              <a:xfrm flipH="1">
                <a:off x="1328001" y="1751220"/>
                <a:ext cx="33360" cy="27233"/>
              </a:xfrm>
              <a:custGeom>
                <a:rect b="b" l="l" r="r" t="t"/>
                <a:pathLst>
                  <a:path extrusionOk="0" h="30" w="38">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5" name="Google Shape;845;p27"/>
              <p:cNvSpPr/>
              <p:nvPr/>
            </p:nvSpPr>
            <p:spPr>
              <a:xfrm flipH="1">
                <a:off x="1306215" y="1546974"/>
                <a:ext cx="307050" cy="194714"/>
              </a:xfrm>
              <a:custGeom>
                <a:rect b="b" l="l" r="r" t="t"/>
                <a:pathLst>
                  <a:path extrusionOk="0" h="218" w="344">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6" name="Google Shape;846;p27"/>
              <p:cNvSpPr/>
              <p:nvPr/>
            </p:nvSpPr>
            <p:spPr>
              <a:xfrm flipH="1">
                <a:off x="1161881" y="2299279"/>
                <a:ext cx="39488" cy="211054"/>
              </a:xfrm>
              <a:custGeom>
                <a:rect b="b" l="l" r="r" t="t"/>
                <a:pathLst>
                  <a:path extrusionOk="0" h="237" w="44">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7" name="Google Shape;847;p27"/>
              <p:cNvSpPr/>
              <p:nvPr/>
            </p:nvSpPr>
            <p:spPr>
              <a:xfrm flipH="1">
                <a:off x="1202050" y="2133840"/>
                <a:ext cx="322709" cy="447298"/>
              </a:xfrm>
              <a:custGeom>
                <a:rect b="b" l="l" r="r" t="t"/>
                <a:pathLst>
                  <a:path extrusionOk="0" h="501" w="362">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8" name="Google Shape;848;p27"/>
              <p:cNvSpPr/>
              <p:nvPr/>
            </p:nvSpPr>
            <p:spPr>
              <a:xfrm flipH="1">
                <a:off x="1328038" y="2250941"/>
                <a:ext cx="70769" cy="72194"/>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9" name="Google Shape;849;p27"/>
              <p:cNvSpPr/>
              <p:nvPr/>
            </p:nvSpPr>
            <p:spPr>
              <a:xfrm flipH="1">
                <a:off x="1153711" y="2244133"/>
                <a:ext cx="171567" cy="204926"/>
              </a:xfrm>
              <a:custGeom>
                <a:rect b="b" l="l" r="r" t="t"/>
                <a:pathLst>
                  <a:path extrusionOk="0" h="230" w="192">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0" name="Google Shape;850;p27"/>
              <p:cNvSpPr/>
              <p:nvPr/>
            </p:nvSpPr>
            <p:spPr>
              <a:xfrm flipH="1">
                <a:off x="1464846" y="1736923"/>
                <a:ext cx="27233" cy="47657"/>
              </a:xfrm>
              <a:custGeom>
                <a:rect b="b" l="l" r="r" t="t"/>
                <a:pathLst>
                  <a:path extrusionOk="0" h="53" w="3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51" name="Google Shape;851;p27"/>
            <p:cNvGrpSpPr/>
            <p:nvPr/>
          </p:nvGrpSpPr>
          <p:grpSpPr>
            <a:xfrm>
              <a:off x="1880948" y="2504669"/>
              <a:ext cx="959226" cy="675313"/>
              <a:chOff x="4768936" y="2201894"/>
              <a:chExt cx="959226" cy="675313"/>
            </a:xfrm>
          </p:grpSpPr>
          <p:sp>
            <p:nvSpPr>
              <p:cNvPr id="852" name="Google Shape;852;p27"/>
              <p:cNvSpPr/>
              <p:nvPr/>
            </p:nvSpPr>
            <p:spPr>
              <a:xfrm>
                <a:off x="4768936" y="2201894"/>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3" name="Google Shape;853;p27"/>
              <p:cNvSpPr/>
              <p:nvPr/>
            </p:nvSpPr>
            <p:spPr>
              <a:xfrm>
                <a:off x="4874390" y="2238397"/>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4" name="Google Shape;854;p27"/>
              <p:cNvSpPr/>
              <p:nvPr/>
            </p:nvSpPr>
            <p:spPr>
              <a:xfrm>
                <a:off x="5109633" y="2384410"/>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5" name="Google Shape;855;p27"/>
              <p:cNvSpPr/>
              <p:nvPr/>
            </p:nvSpPr>
            <p:spPr>
              <a:xfrm>
                <a:off x="5229284" y="2467556"/>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6" name="Google Shape;856;p27"/>
              <p:cNvSpPr/>
              <p:nvPr/>
            </p:nvSpPr>
            <p:spPr>
              <a:xfrm>
                <a:off x="5355017" y="231546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7" name="Google Shape;857;p27"/>
              <p:cNvSpPr/>
              <p:nvPr/>
            </p:nvSpPr>
            <p:spPr>
              <a:xfrm>
                <a:off x="5478722" y="2386438"/>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8" name="Google Shape;858;p27"/>
              <p:cNvSpPr/>
              <p:nvPr/>
            </p:nvSpPr>
            <p:spPr>
              <a:xfrm>
                <a:off x="5604456" y="2222173"/>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9" name="Google Shape;859;p27"/>
              <p:cNvSpPr/>
              <p:nvPr/>
            </p:nvSpPr>
            <p:spPr>
              <a:xfrm>
                <a:off x="4856139" y="254867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0" name="Google Shape;860;p27"/>
              <p:cNvSpPr/>
              <p:nvPr/>
            </p:nvSpPr>
            <p:spPr>
              <a:xfrm>
                <a:off x="4848027" y="2635878"/>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1" name="Google Shape;861;p27"/>
              <p:cNvSpPr/>
              <p:nvPr/>
            </p:nvSpPr>
            <p:spPr>
              <a:xfrm>
                <a:off x="4971732" y="2564899"/>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2" name="Google Shape;862;p27"/>
              <p:cNvSpPr/>
              <p:nvPr/>
            </p:nvSpPr>
            <p:spPr>
              <a:xfrm>
                <a:off x="5093410" y="2491892"/>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3" name="Google Shape;863;p27"/>
              <p:cNvSpPr/>
              <p:nvPr/>
            </p:nvSpPr>
            <p:spPr>
              <a:xfrm>
                <a:off x="5219143" y="2548675"/>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4" name="Google Shape;864;p27"/>
              <p:cNvSpPr/>
              <p:nvPr/>
            </p:nvSpPr>
            <p:spPr>
              <a:xfrm>
                <a:off x="5342849" y="2418885"/>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5" name="Google Shape;865;p27"/>
              <p:cNvSpPr/>
              <p:nvPr/>
            </p:nvSpPr>
            <p:spPr>
              <a:xfrm>
                <a:off x="5464527" y="2479724"/>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6" name="Google Shape;866;p27"/>
              <p:cNvSpPr/>
              <p:nvPr/>
            </p:nvSpPr>
            <p:spPr>
              <a:xfrm>
                <a:off x="5588232" y="2329655"/>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Analisis Situasi</a:t>
            </a:r>
            <a:endParaRPr/>
          </a:p>
        </p:txBody>
      </p:sp>
      <p:sp>
        <p:nvSpPr>
          <p:cNvPr id="872" name="Google Shape;872;p28"/>
          <p:cNvSpPr txBox="1"/>
          <p:nvPr>
            <p:ph idx="1" type="subTitle"/>
          </p:nvPr>
        </p:nvSpPr>
        <p:spPr>
          <a:xfrm>
            <a:off x="4731475" y="1538600"/>
            <a:ext cx="3699300" cy="27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Namun, akan menjadi suatu tantangan jika melakukan penilaian sentimen secara manual dari review pengguna. Membutuhkan waktu dan tenaga yang besar, serta sulit jika dilakukan secara real-time. Oleh karena itu, dibutuhkan sistem yang mampu memprediksi sentimen pengguna terhadap suatu game berdasarkan data statistik. </a:t>
            </a:r>
            <a:endParaRPr/>
          </a:p>
        </p:txBody>
      </p:sp>
      <p:sp>
        <p:nvSpPr>
          <p:cNvPr id="873" name="Google Shape;873;p28"/>
          <p:cNvSpPr txBox="1"/>
          <p:nvPr>
            <p:ph idx="2" type="subTitle"/>
          </p:nvPr>
        </p:nvSpPr>
        <p:spPr>
          <a:xfrm>
            <a:off x="872400" y="1538600"/>
            <a:ext cx="3699300" cy="270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Industri video game terus berkembang pesat dengan ribuan game baru dirilis setiap tahunnya. Di tengah persaingan yang ketat, penting bagi developer dan publisher untuk mengetahui bagaimana persepsi atau sentimen pengguna terhadap sebuah game, baik sebelum maupun setelah dirilis. Informasi ini dapat digunakan sebagai dasar pengambilan keputusan dalam pengembangan fitur, pemasaran, hingga strategi monetisasi.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29"/>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Permasalahan</a:t>
            </a:r>
            <a:endParaRPr/>
          </a:p>
        </p:txBody>
      </p:sp>
      <p:sp>
        <p:nvSpPr>
          <p:cNvPr id="879" name="Google Shape;879;p29"/>
          <p:cNvSpPr txBox="1"/>
          <p:nvPr>
            <p:ph idx="1" type="subTitle"/>
          </p:nvPr>
        </p:nvSpPr>
        <p:spPr>
          <a:xfrm>
            <a:off x="720000" y="1377000"/>
            <a:ext cx="4360200" cy="37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Permasalahan bisnis yang diselesaikan yaitu memprediksi sentimen pengguna terhadap game secara otomatis berdasarkan data karakteristik game. Berikut merupakan hal yang akan dianalisis:</a:t>
            </a:r>
            <a:endParaRPr/>
          </a:p>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
              <a:t>Metrik apa yang mempengaruhi sentimen pemain terhadap game?</a:t>
            </a:r>
            <a:endParaRPr/>
          </a:p>
          <a:p>
            <a:pPr indent="-330200" lvl="0" marL="457200" rtl="0" algn="l">
              <a:spcBef>
                <a:spcPts val="0"/>
              </a:spcBef>
              <a:spcAft>
                <a:spcPts val="0"/>
              </a:spcAft>
              <a:buSzPts val="1600"/>
              <a:buChar char="●"/>
            </a:pPr>
            <a:r>
              <a:rPr lang="en"/>
              <a:t>Bagaimana membangun model untuk dapat memprediksi sentimen pengguna terhadap video game berdasarkan karakteristik statistik game?</a:t>
            </a:r>
            <a:endParaRPr/>
          </a:p>
          <a:p>
            <a:pPr indent="-330200" lvl="0" marL="457200" rtl="0" algn="l">
              <a:spcBef>
                <a:spcPts val="0"/>
              </a:spcBef>
              <a:spcAft>
                <a:spcPts val="0"/>
              </a:spcAft>
              <a:buSzPts val="1600"/>
              <a:buChar char="●"/>
            </a:pPr>
            <a:r>
              <a:rPr lang="en"/>
              <a:t>Seberapa akurat model dalam memprediksi sentimen terhadap game?</a:t>
            </a:r>
            <a:endParaRPr/>
          </a:p>
        </p:txBody>
      </p:sp>
      <p:pic>
        <p:nvPicPr>
          <p:cNvPr id="880" name="Google Shape;880;p29" title="Gambar-2-Persentase-Hasil-Analisis-Sentimen-Nilai-True-Negative-TN-False-Positive.png"/>
          <p:cNvPicPr preferRelativeResize="0"/>
          <p:nvPr/>
        </p:nvPicPr>
        <p:blipFill rotWithShape="1">
          <a:blip r:embed="rId3">
            <a:alphaModFix/>
          </a:blip>
          <a:srcRect b="0" l="22159" r="13199" t="0"/>
          <a:stretch/>
        </p:blipFill>
        <p:spPr>
          <a:xfrm>
            <a:off x="5816100" y="1468025"/>
            <a:ext cx="2884524" cy="2207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30"/>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Tujuan</a:t>
            </a:r>
            <a:endParaRPr/>
          </a:p>
        </p:txBody>
      </p:sp>
      <p:sp>
        <p:nvSpPr>
          <p:cNvPr id="886" name="Google Shape;886;p30"/>
          <p:cNvSpPr txBox="1"/>
          <p:nvPr>
            <p:ph idx="1" type="subTitle"/>
          </p:nvPr>
        </p:nvSpPr>
        <p:spPr>
          <a:xfrm>
            <a:off x="720000" y="1377000"/>
            <a:ext cx="4360200" cy="37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Adapun tujuan bisnis yang ingin dicapai yaitu membantu dalam memahami potensi keberhasilan suatu game.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Selain itu, memberikan rekomendasi akurat kepada pengguna seberapa besar seseorang menyukai suatu game.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p31"/>
          <p:cNvSpPr txBox="1"/>
          <p:nvPr>
            <p:ph type="title"/>
          </p:nvPr>
        </p:nvSpPr>
        <p:spPr>
          <a:xfrm>
            <a:off x="3871075" y="2969400"/>
            <a:ext cx="4559700" cy="130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Understanding</a:t>
            </a:r>
            <a:endParaRPr/>
          </a:p>
        </p:txBody>
      </p:sp>
      <p:sp>
        <p:nvSpPr>
          <p:cNvPr id="892" name="Google Shape;892;p31"/>
          <p:cNvSpPr txBox="1"/>
          <p:nvPr>
            <p:ph idx="2" type="title"/>
          </p:nvPr>
        </p:nvSpPr>
        <p:spPr>
          <a:xfrm>
            <a:off x="3871075" y="2425725"/>
            <a:ext cx="996900" cy="7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893" name="Google Shape;893;p31"/>
          <p:cNvSpPr txBox="1"/>
          <p:nvPr>
            <p:ph idx="1" type="subTitle"/>
          </p:nvPr>
        </p:nvSpPr>
        <p:spPr>
          <a:xfrm>
            <a:off x="3871075" y="4229000"/>
            <a:ext cx="4559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894" name="Google Shape;894;p31"/>
          <p:cNvGrpSpPr/>
          <p:nvPr/>
        </p:nvGrpSpPr>
        <p:grpSpPr>
          <a:xfrm>
            <a:off x="713221" y="502143"/>
            <a:ext cx="2987197" cy="3456293"/>
            <a:chOff x="713221" y="502143"/>
            <a:chExt cx="2987197" cy="3456293"/>
          </a:xfrm>
        </p:grpSpPr>
        <p:grpSp>
          <p:nvGrpSpPr>
            <p:cNvPr id="895" name="Google Shape;895;p31"/>
            <p:cNvGrpSpPr/>
            <p:nvPr/>
          </p:nvGrpSpPr>
          <p:grpSpPr>
            <a:xfrm>
              <a:off x="1974337" y="1193591"/>
              <a:ext cx="1726080" cy="1115464"/>
              <a:chOff x="4838012" y="1361547"/>
              <a:chExt cx="951900" cy="615157"/>
            </a:xfrm>
          </p:grpSpPr>
          <p:sp>
            <p:nvSpPr>
              <p:cNvPr id="896" name="Google Shape;896;p31"/>
              <p:cNvSpPr/>
              <p:nvPr/>
            </p:nvSpPr>
            <p:spPr>
              <a:xfrm>
                <a:off x="4838012" y="1419903"/>
                <a:ext cx="951900" cy="556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7" name="Google Shape;897;p31"/>
              <p:cNvSpPr/>
              <p:nvPr/>
            </p:nvSpPr>
            <p:spPr>
              <a:xfrm>
                <a:off x="4838012" y="1361547"/>
                <a:ext cx="951892" cy="58358"/>
              </a:xfrm>
              <a:custGeom>
                <a:rect b="b" l="l" r="r" t="t"/>
                <a:pathLst>
                  <a:path extrusionOk="0" h="67" w="1089">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8" name="Google Shape;898;p31"/>
              <p:cNvSpPr/>
              <p:nvPr/>
            </p:nvSpPr>
            <p:spPr>
              <a:xfrm>
                <a:off x="4863842"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9" name="Google Shape;899;p31"/>
              <p:cNvSpPr/>
              <p:nvPr/>
            </p:nvSpPr>
            <p:spPr>
              <a:xfrm>
                <a:off x="4904979"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0" name="Google Shape;900;p31"/>
              <p:cNvSpPr/>
              <p:nvPr/>
            </p:nvSpPr>
            <p:spPr>
              <a:xfrm>
                <a:off x="4945159" y="1376853"/>
                <a:ext cx="267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1" name="Google Shape;901;p31"/>
              <p:cNvSpPr/>
              <p:nvPr/>
            </p:nvSpPr>
            <p:spPr>
              <a:xfrm>
                <a:off x="4902109" y="1478261"/>
                <a:ext cx="348300" cy="348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2" name="Google Shape;902;p31"/>
              <p:cNvSpPr/>
              <p:nvPr/>
            </p:nvSpPr>
            <p:spPr>
              <a:xfrm>
                <a:off x="4926026" y="1502178"/>
                <a:ext cx="299440" cy="300397"/>
              </a:xfrm>
              <a:custGeom>
                <a:rect b="b" l="l" r="r" t="t"/>
                <a:pathLst>
                  <a:path extrusionOk="0" h="343" w="342">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3" name="Google Shape;903;p31"/>
              <p:cNvSpPr/>
              <p:nvPr/>
            </p:nvSpPr>
            <p:spPr>
              <a:xfrm>
                <a:off x="4926026" y="1506961"/>
                <a:ext cx="299440" cy="295613"/>
              </a:xfrm>
              <a:custGeom>
                <a:rect b="b" l="l" r="r" t="t"/>
                <a:pathLst>
                  <a:path extrusionOk="0" h="338" w="342">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4" name="Google Shape;904;p31"/>
              <p:cNvSpPr/>
              <p:nvPr/>
            </p:nvSpPr>
            <p:spPr>
              <a:xfrm>
                <a:off x="5076224" y="1660030"/>
                <a:ext cx="149241" cy="142545"/>
              </a:xfrm>
              <a:custGeom>
                <a:rect b="b" l="l" r="r" t="t"/>
                <a:pathLst>
                  <a:path extrusionOk="0" h="163" w="171">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5" name="Google Shape;905;p31"/>
              <p:cNvSpPr/>
              <p:nvPr/>
            </p:nvSpPr>
            <p:spPr>
              <a:xfrm>
                <a:off x="5313479" y="1549055"/>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6" name="Google Shape;906;p31"/>
              <p:cNvSpPr/>
              <p:nvPr/>
            </p:nvSpPr>
            <p:spPr>
              <a:xfrm>
                <a:off x="5313479" y="1610282"/>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7" name="Google Shape;907;p31"/>
              <p:cNvSpPr/>
              <p:nvPr/>
            </p:nvSpPr>
            <p:spPr>
              <a:xfrm>
                <a:off x="5313479" y="1671510"/>
                <a:ext cx="3234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8" name="Google Shape;908;p31"/>
              <p:cNvSpPr/>
              <p:nvPr/>
            </p:nvSpPr>
            <p:spPr>
              <a:xfrm>
                <a:off x="5313479" y="1732737"/>
                <a:ext cx="205800" cy="24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9" name="Google Shape;909;p31"/>
              <p:cNvSpPr/>
              <p:nvPr/>
            </p:nvSpPr>
            <p:spPr>
              <a:xfrm>
                <a:off x="4970989"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0" name="Google Shape;910;p31"/>
              <p:cNvSpPr/>
              <p:nvPr/>
            </p:nvSpPr>
            <p:spPr>
              <a:xfrm>
                <a:off x="4889672" y="1867628"/>
                <a:ext cx="57600" cy="57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1" name="Google Shape;911;p31"/>
              <p:cNvSpPr/>
              <p:nvPr/>
            </p:nvSpPr>
            <p:spPr>
              <a:xfrm>
                <a:off x="5257036"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2" name="Google Shape;912;p31"/>
              <p:cNvSpPr/>
              <p:nvPr/>
            </p:nvSpPr>
            <p:spPr>
              <a:xfrm>
                <a:off x="5175718" y="1867628"/>
                <a:ext cx="57600" cy="576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3" name="Google Shape;913;p31"/>
              <p:cNvSpPr/>
              <p:nvPr/>
            </p:nvSpPr>
            <p:spPr>
              <a:xfrm>
                <a:off x="5543081" y="1884848"/>
                <a:ext cx="1446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4" name="Google Shape;914;p31"/>
              <p:cNvSpPr/>
              <p:nvPr/>
            </p:nvSpPr>
            <p:spPr>
              <a:xfrm>
                <a:off x="5461764" y="1867628"/>
                <a:ext cx="56400" cy="57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15" name="Google Shape;915;p31"/>
            <p:cNvGrpSpPr/>
            <p:nvPr/>
          </p:nvGrpSpPr>
          <p:grpSpPr>
            <a:xfrm>
              <a:off x="1442946" y="949677"/>
              <a:ext cx="437992" cy="437992"/>
              <a:chOff x="1309269" y="3291652"/>
              <a:chExt cx="415198" cy="415198"/>
            </a:xfrm>
          </p:grpSpPr>
          <p:sp>
            <p:nvSpPr>
              <p:cNvPr id="916" name="Google Shape;916;p31"/>
              <p:cNvSpPr/>
              <p:nvPr/>
            </p:nvSpPr>
            <p:spPr>
              <a:xfrm>
                <a:off x="1309269" y="3291652"/>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7" name="Google Shape;917;p31"/>
              <p:cNvSpPr/>
              <p:nvPr/>
            </p:nvSpPr>
            <p:spPr>
              <a:xfrm>
                <a:off x="1364756" y="3349053"/>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918" name="Google Shape;918;p31"/>
            <p:cNvSpPr/>
            <p:nvPr/>
          </p:nvSpPr>
          <p:spPr>
            <a:xfrm>
              <a:off x="3052028" y="502143"/>
              <a:ext cx="560784" cy="924988"/>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9" name="Google Shape;919;p31"/>
            <p:cNvSpPr/>
            <p:nvPr/>
          </p:nvSpPr>
          <p:spPr>
            <a:xfrm>
              <a:off x="3003630" y="2329937"/>
              <a:ext cx="269949" cy="266432"/>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0" name="Google Shape;920;p31"/>
            <p:cNvSpPr/>
            <p:nvPr/>
          </p:nvSpPr>
          <p:spPr>
            <a:xfrm>
              <a:off x="3003613" y="2807213"/>
              <a:ext cx="166095" cy="27398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21" name="Google Shape;921;p31"/>
            <p:cNvGrpSpPr/>
            <p:nvPr/>
          </p:nvGrpSpPr>
          <p:grpSpPr>
            <a:xfrm>
              <a:off x="713221" y="1546974"/>
              <a:ext cx="1380702" cy="2411461"/>
              <a:chOff x="713221" y="1546974"/>
              <a:chExt cx="1380702" cy="2411461"/>
            </a:xfrm>
          </p:grpSpPr>
          <p:sp>
            <p:nvSpPr>
              <p:cNvPr id="922" name="Google Shape;922;p31"/>
              <p:cNvSpPr/>
              <p:nvPr/>
            </p:nvSpPr>
            <p:spPr>
              <a:xfrm flipH="1">
                <a:off x="1210219" y="1617779"/>
                <a:ext cx="451384" cy="297518"/>
              </a:xfrm>
              <a:custGeom>
                <a:rect b="b" l="l" r="r" t="t"/>
                <a:pathLst>
                  <a:path extrusionOk="0" h="334" w="506">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3" name="Google Shape;923;p31"/>
              <p:cNvSpPr/>
              <p:nvPr/>
            </p:nvSpPr>
            <p:spPr>
              <a:xfrm flipH="1">
                <a:off x="892277" y="2443613"/>
                <a:ext cx="815622" cy="1284027"/>
              </a:xfrm>
              <a:custGeom>
                <a:rect b="b" l="l" r="r" t="t"/>
                <a:pathLst>
                  <a:path extrusionOk="0" h="1439" w="914">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4" name="Google Shape;924;p31"/>
              <p:cNvSpPr/>
              <p:nvPr/>
            </p:nvSpPr>
            <p:spPr>
              <a:xfrm flipH="1">
                <a:off x="1228602" y="1913255"/>
                <a:ext cx="425511" cy="571206"/>
              </a:xfrm>
              <a:custGeom>
                <a:rect b="b" l="l" r="r" t="t"/>
                <a:pathLst>
                  <a:path extrusionOk="0" h="641" w="477">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5" name="Google Shape;925;p31"/>
              <p:cNvSpPr/>
              <p:nvPr/>
            </p:nvSpPr>
            <p:spPr>
              <a:xfrm flipH="1">
                <a:off x="738412" y="3639812"/>
                <a:ext cx="309092" cy="272328"/>
              </a:xfrm>
              <a:custGeom>
                <a:rect b="b" l="l" r="r" t="t"/>
                <a:pathLst>
                  <a:path extrusionOk="0" h="305" w="347">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6" name="Google Shape;926;p31"/>
              <p:cNvSpPr/>
              <p:nvPr/>
            </p:nvSpPr>
            <p:spPr>
              <a:xfrm flipH="1">
                <a:off x="713221" y="3728319"/>
                <a:ext cx="332921" cy="230117"/>
              </a:xfrm>
              <a:custGeom>
                <a:rect b="b" l="l" r="r" t="t"/>
                <a:pathLst>
                  <a:path extrusionOk="0" h="258" w="373">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7" name="Google Shape;927;p31"/>
              <p:cNvSpPr/>
              <p:nvPr/>
            </p:nvSpPr>
            <p:spPr>
              <a:xfrm flipH="1">
                <a:off x="1374978" y="3639812"/>
                <a:ext cx="312496" cy="272328"/>
              </a:xfrm>
              <a:custGeom>
                <a:rect b="b" l="l" r="r" t="t"/>
                <a:pathLst>
                  <a:path extrusionOk="0" h="305" w="35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8" name="Google Shape;928;p31"/>
              <p:cNvSpPr/>
              <p:nvPr/>
            </p:nvSpPr>
            <p:spPr>
              <a:xfrm flipH="1">
                <a:off x="1377021" y="3728319"/>
                <a:ext cx="332239" cy="230117"/>
              </a:xfrm>
              <a:custGeom>
                <a:rect b="b" l="l" r="r" t="t"/>
                <a:pathLst>
                  <a:path extrusionOk="0" h="258" w="373">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9" name="Google Shape;929;p31"/>
              <p:cNvSpPr/>
              <p:nvPr/>
            </p:nvSpPr>
            <p:spPr>
              <a:xfrm flipH="1">
                <a:off x="835768" y="1991549"/>
                <a:ext cx="548060" cy="518785"/>
              </a:xfrm>
              <a:custGeom>
                <a:rect b="b" l="l" r="r" t="t"/>
                <a:pathLst>
                  <a:path extrusionOk="0" h="582" w="615">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0" name="Google Shape;930;p31"/>
              <p:cNvSpPr/>
              <p:nvPr/>
            </p:nvSpPr>
            <p:spPr>
              <a:xfrm flipH="1">
                <a:off x="1041376" y="2250941"/>
                <a:ext cx="184502" cy="54466"/>
              </a:xfrm>
              <a:custGeom>
                <a:rect b="b" l="l" r="r" t="t"/>
                <a:pathLst>
                  <a:path extrusionOk="0" h="80" w="271">
                    <a:moveTo>
                      <a:pt x="0" y="0"/>
                    </a:moveTo>
                    <a:lnTo>
                      <a:pt x="5" y="68"/>
                    </a:lnTo>
                    <a:lnTo>
                      <a:pt x="271" y="80"/>
                    </a:lnTo>
                    <a:lnTo>
                      <a:pt x="0" y="0"/>
                    </a:lnTo>
                    <a:close/>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1" name="Google Shape;931;p31"/>
              <p:cNvSpPr/>
              <p:nvPr/>
            </p:nvSpPr>
            <p:spPr>
              <a:xfrm flipH="1">
                <a:off x="1585351" y="1969082"/>
                <a:ext cx="395556" cy="444575"/>
              </a:xfrm>
              <a:custGeom>
                <a:rect b="b" l="l" r="r" t="t"/>
                <a:pathLst>
                  <a:path extrusionOk="0" h="498" w="443">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2" name="Google Shape;932;p31"/>
              <p:cNvSpPr/>
              <p:nvPr/>
            </p:nvSpPr>
            <p:spPr>
              <a:xfrm flipH="1">
                <a:off x="1950270" y="1940487"/>
                <a:ext cx="111654" cy="141611"/>
              </a:xfrm>
              <a:custGeom>
                <a:rect b="b" l="l" r="r" t="t"/>
                <a:pathLst>
                  <a:path extrusionOk="0" h="159" w="125">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3" name="Google Shape;933;p31"/>
              <p:cNvSpPr/>
              <p:nvPr/>
            </p:nvSpPr>
            <p:spPr>
              <a:xfrm flipH="1">
                <a:off x="1997246" y="2075290"/>
                <a:ext cx="33360" cy="2723"/>
              </a:xfrm>
              <a:custGeom>
                <a:rect b="b" l="l" r="r" t="t"/>
                <a:pathLst>
                  <a:path extrusionOk="0" h="3" w="37">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4" name="Google Shape;934;p31"/>
              <p:cNvSpPr/>
              <p:nvPr/>
            </p:nvSpPr>
            <p:spPr>
              <a:xfrm flipH="1">
                <a:off x="1957759" y="2005846"/>
                <a:ext cx="99400" cy="72167"/>
              </a:xfrm>
              <a:custGeom>
                <a:rect b="b" l="l" r="r" t="t"/>
                <a:pathLst>
                  <a:path extrusionOk="0" h="81" w="112">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5" name="Google Shape;935;p31"/>
              <p:cNvSpPr/>
              <p:nvPr/>
            </p:nvSpPr>
            <p:spPr>
              <a:xfrm flipH="1">
                <a:off x="2004736" y="1871725"/>
                <a:ext cx="5447" cy="49019"/>
              </a:xfrm>
              <a:custGeom>
                <a:rect b="b" l="l" r="r" t="t"/>
                <a:pathLst>
                  <a:path extrusionOk="0" h="72" w="8">
                    <a:moveTo>
                      <a:pt x="8" y="0"/>
                    </a:moveTo>
                    <a:lnTo>
                      <a:pt x="0" y="72"/>
                    </a:lnTo>
                    <a:lnTo>
                      <a:pt x="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936" name="Google Shape;936;p31"/>
              <p:cNvCxnSpPr/>
              <p:nvPr/>
            </p:nvCxnSpPr>
            <p:spPr>
              <a:xfrm>
                <a:off x="2004736" y="1871725"/>
                <a:ext cx="5400" cy="48900"/>
              </a:xfrm>
              <a:prstGeom prst="straightConnector1">
                <a:avLst/>
              </a:prstGeom>
              <a:noFill/>
              <a:ln>
                <a:noFill/>
              </a:ln>
            </p:spPr>
          </p:cxnSp>
          <p:sp>
            <p:nvSpPr>
              <p:cNvPr id="937" name="Google Shape;937;p31"/>
              <p:cNvSpPr/>
              <p:nvPr/>
            </p:nvSpPr>
            <p:spPr>
              <a:xfrm flipH="1">
                <a:off x="1995204" y="1871044"/>
                <a:ext cx="24510" cy="51742"/>
              </a:xfrm>
              <a:custGeom>
                <a:rect b="b" l="l" r="r" t="t"/>
                <a:pathLst>
                  <a:path extrusionOk="0" h="76" w="36">
                    <a:moveTo>
                      <a:pt x="27" y="76"/>
                    </a:moveTo>
                    <a:lnTo>
                      <a:pt x="0" y="72"/>
                    </a:lnTo>
                    <a:lnTo>
                      <a:pt x="9" y="0"/>
                    </a:lnTo>
                    <a:lnTo>
                      <a:pt x="36" y="3"/>
                    </a:lnTo>
                    <a:lnTo>
                      <a:pt x="27" y="7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8" name="Google Shape;938;p31"/>
              <p:cNvSpPr/>
              <p:nvPr/>
            </p:nvSpPr>
            <p:spPr>
              <a:xfrm flipH="1">
                <a:off x="1987034" y="1905085"/>
                <a:ext cx="61274" cy="160673"/>
              </a:xfrm>
              <a:custGeom>
                <a:rect b="b" l="l" r="r" t="t"/>
                <a:pathLst>
                  <a:path extrusionOk="0" h="180" w="69">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9" name="Google Shape;939;p31"/>
              <p:cNvSpPr/>
              <p:nvPr/>
            </p:nvSpPr>
            <p:spPr>
              <a:xfrm flipH="1">
                <a:off x="1913506" y="1664075"/>
                <a:ext cx="161354" cy="202203"/>
              </a:xfrm>
              <a:custGeom>
                <a:rect b="b" l="l" r="r" t="t"/>
                <a:pathLst>
                  <a:path extrusionOk="0" h="227" w="181">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0" name="Google Shape;940;p31"/>
              <p:cNvSpPr/>
              <p:nvPr/>
            </p:nvSpPr>
            <p:spPr>
              <a:xfrm flipH="1">
                <a:off x="1896486" y="1640246"/>
                <a:ext cx="197438" cy="255987"/>
              </a:xfrm>
              <a:custGeom>
                <a:rect b="b" l="l" r="r" t="t"/>
                <a:pathLst>
                  <a:path extrusionOk="0" h="287" w="221">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1" name="Google Shape;941;p31"/>
              <p:cNvSpPr/>
              <p:nvPr/>
            </p:nvSpPr>
            <p:spPr>
              <a:xfrm flipH="1">
                <a:off x="1989757" y="1937083"/>
                <a:ext cx="101442" cy="123228"/>
              </a:xfrm>
              <a:custGeom>
                <a:rect b="b" l="l" r="r" t="t"/>
                <a:pathLst>
                  <a:path extrusionOk="0" h="138" w="114">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2" name="Google Shape;942;p31"/>
              <p:cNvSpPr/>
              <p:nvPr/>
            </p:nvSpPr>
            <p:spPr>
              <a:xfrm flipH="1">
                <a:off x="1938015" y="1908489"/>
                <a:ext cx="118462" cy="117101"/>
              </a:xfrm>
              <a:custGeom>
                <a:rect b="b" l="l" r="r" t="t"/>
                <a:pathLst>
                  <a:path extrusionOk="0" h="131" w="133">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3" name="Google Shape;943;p31"/>
              <p:cNvSpPr/>
              <p:nvPr/>
            </p:nvSpPr>
            <p:spPr>
              <a:xfrm flipH="1">
                <a:off x="1980907" y="2003804"/>
                <a:ext cx="15659" cy="13616"/>
              </a:xfrm>
              <a:custGeom>
                <a:rect b="b" l="l" r="r" t="t"/>
                <a:pathLst>
                  <a:path extrusionOk="0" h="15" w="18">
                    <a:moveTo>
                      <a:pt x="1" y="0"/>
                    </a:moveTo>
                    <a:cubicBezTo>
                      <a:pt x="1" y="1"/>
                      <a:pt x="1" y="2"/>
                      <a:pt x="0" y="2"/>
                    </a:cubicBezTo>
                    <a:cubicBezTo>
                      <a:pt x="1" y="3"/>
                      <a:pt x="2" y="4"/>
                      <a:pt x="3" y="6"/>
                    </a:cubicBezTo>
                    <a:cubicBezTo>
                      <a:pt x="7" y="10"/>
                      <a:pt x="12" y="13"/>
                      <a:pt x="18" y="15"/>
                    </a:cubicBezTo>
                    <a:cubicBezTo>
                      <a:pt x="18" y="15"/>
                      <a:pt x="18" y="15"/>
                      <a:pt x="18" y="15"/>
                    </a:cubicBezTo>
                    <a:cubicBezTo>
                      <a:pt x="14" y="13"/>
                      <a:pt x="12" y="11"/>
                      <a:pt x="9" y="9"/>
                    </a:cubicBezTo>
                    <a:cubicBezTo>
                      <a:pt x="7" y="8"/>
                      <a:pt x="6" y="6"/>
                      <a:pt x="4" y="4"/>
                    </a:cubicBezTo>
                    <a:cubicBezTo>
                      <a:pt x="4" y="4"/>
                      <a:pt x="4" y="4"/>
                      <a:pt x="3" y="3"/>
                    </a:cubicBezTo>
                    <a:cubicBezTo>
                      <a:pt x="3" y="2"/>
                      <a:pt x="2" y="1"/>
                      <a:pt x="1" y="0"/>
                    </a:cubicBezTo>
                  </a:path>
                </a:pathLst>
              </a:custGeom>
              <a:solidFill>
                <a:srgbClr val="FF64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4" name="Google Shape;944;p31"/>
              <p:cNvSpPr/>
              <p:nvPr/>
            </p:nvSpPr>
            <p:spPr>
              <a:xfrm flipH="1">
                <a:off x="1995885" y="1954785"/>
                <a:ext cx="60593" cy="51061"/>
              </a:xfrm>
              <a:custGeom>
                <a:rect b="b" l="l" r="r" t="t"/>
                <a:pathLst>
                  <a:path extrusionOk="0" h="57" w="68">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5" name="Google Shape;945;p31"/>
              <p:cNvSpPr/>
              <p:nvPr/>
            </p:nvSpPr>
            <p:spPr>
              <a:xfrm flipH="1">
                <a:off x="1980907" y="1954785"/>
                <a:ext cx="75571" cy="62635"/>
              </a:xfrm>
              <a:custGeom>
                <a:rect b="b" l="l" r="r" t="t"/>
                <a:pathLst>
                  <a:path extrusionOk="0" h="70" w="85">
                    <a:moveTo>
                      <a:pt x="76" y="64"/>
                    </a:moveTo>
                    <a:cubicBezTo>
                      <a:pt x="79" y="66"/>
                      <a:pt x="81" y="68"/>
                      <a:pt x="85" y="70"/>
                    </a:cubicBezTo>
                    <a:cubicBezTo>
                      <a:pt x="82" y="68"/>
                      <a:pt x="79" y="66"/>
                      <a:pt x="76" y="64"/>
                    </a:cubicBezTo>
                    <a:moveTo>
                      <a:pt x="0" y="0"/>
                    </a:moveTo>
                    <a:cubicBezTo>
                      <a:pt x="0" y="0"/>
                      <a:pt x="0" y="0"/>
                      <a:pt x="0" y="0"/>
                    </a:cubicBezTo>
                    <a:cubicBezTo>
                      <a:pt x="3" y="14"/>
                      <a:pt x="15" y="22"/>
                      <a:pt x="29" y="22"/>
                    </a:cubicBezTo>
                    <a:cubicBezTo>
                      <a:pt x="40" y="22"/>
                      <a:pt x="51" y="17"/>
                      <a:pt x="61" y="9"/>
                    </a:cubicBezTo>
                    <a:cubicBezTo>
                      <a:pt x="61" y="9"/>
                      <a:pt x="53" y="34"/>
                      <a:pt x="68" y="55"/>
                    </a:cubicBezTo>
                    <a:cubicBezTo>
                      <a:pt x="69" y="56"/>
                      <a:pt x="70" y="57"/>
                      <a:pt x="70" y="58"/>
                    </a:cubicBezTo>
                    <a:cubicBezTo>
                      <a:pt x="56" y="40"/>
                      <a:pt x="61" y="17"/>
                      <a:pt x="63" y="11"/>
                    </a:cubicBezTo>
                    <a:cubicBezTo>
                      <a:pt x="64" y="6"/>
                      <a:pt x="64" y="6"/>
                      <a:pt x="64" y="6"/>
                    </a:cubicBezTo>
                    <a:cubicBezTo>
                      <a:pt x="59" y="9"/>
                      <a:pt x="59" y="9"/>
                      <a:pt x="59" y="9"/>
                    </a:cubicBezTo>
                    <a:cubicBezTo>
                      <a:pt x="54" y="11"/>
                      <a:pt x="49" y="14"/>
                      <a:pt x="43" y="16"/>
                    </a:cubicBezTo>
                    <a:cubicBezTo>
                      <a:pt x="37" y="18"/>
                      <a:pt x="32" y="19"/>
                      <a:pt x="26" y="19"/>
                    </a:cubicBezTo>
                    <a:cubicBezTo>
                      <a:pt x="26" y="19"/>
                      <a:pt x="25" y="19"/>
                      <a:pt x="25" y="19"/>
                    </a:cubicBezTo>
                    <a:cubicBezTo>
                      <a:pt x="20" y="19"/>
                      <a:pt x="14" y="18"/>
                      <a:pt x="9" y="14"/>
                    </a:cubicBezTo>
                    <a:cubicBezTo>
                      <a:pt x="5" y="11"/>
                      <a:pt x="1" y="6"/>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6" name="Google Shape;946;p31"/>
              <p:cNvSpPr/>
              <p:nvPr/>
            </p:nvSpPr>
            <p:spPr>
              <a:xfrm flipH="1">
                <a:off x="2008820" y="2029675"/>
                <a:ext cx="53785" cy="10893"/>
              </a:xfrm>
              <a:custGeom>
                <a:rect b="b" l="l" r="r" t="t"/>
                <a:pathLst>
                  <a:path extrusionOk="0" h="12" w="6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7" name="Google Shape;947;p31"/>
              <p:cNvSpPr/>
              <p:nvPr/>
            </p:nvSpPr>
            <p:spPr>
              <a:xfrm flipH="1">
                <a:off x="1998608" y="2000399"/>
                <a:ext cx="63316" cy="10893"/>
              </a:xfrm>
              <a:custGeom>
                <a:rect b="b" l="l" r="r" t="t"/>
                <a:pathLst>
                  <a:path extrusionOk="0" h="12" w="71">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8" name="Google Shape;948;p31"/>
              <p:cNvSpPr/>
              <p:nvPr/>
            </p:nvSpPr>
            <p:spPr>
              <a:xfrm flipH="1">
                <a:off x="2004736" y="1974528"/>
                <a:ext cx="51742" cy="14297"/>
              </a:xfrm>
              <a:custGeom>
                <a:rect b="b" l="l" r="r" t="t"/>
                <a:pathLst>
                  <a:path extrusionOk="0" h="16" w="58">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9" name="Google Shape;949;p31"/>
              <p:cNvSpPr/>
              <p:nvPr/>
            </p:nvSpPr>
            <p:spPr>
              <a:xfrm flipH="1">
                <a:off x="2004736" y="1983379"/>
                <a:ext cx="681" cy="5447"/>
              </a:xfrm>
              <a:custGeom>
                <a:rect b="b" l="l" r="r" t="t"/>
                <a:pathLst>
                  <a:path extrusionOk="0" h="6" w="1">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0" name="Google Shape;950;p31"/>
              <p:cNvSpPr/>
              <p:nvPr/>
            </p:nvSpPr>
            <p:spPr>
              <a:xfrm flipH="1">
                <a:off x="1583990" y="1959550"/>
                <a:ext cx="411214" cy="510615"/>
              </a:xfrm>
              <a:custGeom>
                <a:rect b="b" l="l" r="r" t="t"/>
                <a:pathLst>
                  <a:path extrusionOk="0" h="573" w="461">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1" name="Google Shape;951;p31"/>
              <p:cNvSpPr/>
              <p:nvPr/>
            </p:nvSpPr>
            <p:spPr>
              <a:xfrm flipH="1">
                <a:off x="1625519" y="2133159"/>
                <a:ext cx="66040" cy="290029"/>
              </a:xfrm>
              <a:custGeom>
                <a:rect b="b" l="l" r="r" t="t"/>
                <a:pathLst>
                  <a:path extrusionOk="0" h="325" w="74">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2" name="Google Shape;952;p31"/>
              <p:cNvSpPr/>
              <p:nvPr/>
            </p:nvSpPr>
            <p:spPr>
              <a:xfrm flipH="1">
                <a:off x="1228602" y="1913255"/>
                <a:ext cx="442532" cy="590271"/>
              </a:xfrm>
              <a:custGeom>
                <a:rect b="b" l="l" r="r" t="t"/>
                <a:pathLst>
                  <a:path extrusionOk="0" h="662" w="496">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3" name="Google Shape;953;p31"/>
              <p:cNvSpPr/>
              <p:nvPr/>
            </p:nvSpPr>
            <p:spPr>
              <a:xfrm flipH="1">
                <a:off x="885470" y="2443613"/>
                <a:ext cx="822429" cy="1230922"/>
              </a:xfrm>
              <a:custGeom>
                <a:rect b="b" l="l" r="r" t="t"/>
                <a:pathLst>
                  <a:path extrusionOk="0" h="1380" w="922">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4" name="Google Shape;954;p31"/>
              <p:cNvSpPr/>
              <p:nvPr/>
            </p:nvSpPr>
            <p:spPr>
              <a:xfrm flipH="1">
                <a:off x="1392679" y="1810451"/>
                <a:ext cx="125271" cy="239648"/>
              </a:xfrm>
              <a:custGeom>
                <a:rect b="b" l="l" r="r" t="t"/>
                <a:pathLst>
                  <a:path extrusionOk="0" h="269" w="14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5" name="Google Shape;955;p31"/>
              <p:cNvSpPr/>
              <p:nvPr/>
            </p:nvSpPr>
            <p:spPr>
              <a:xfrm>
                <a:off x="1392679" y="1839726"/>
                <a:ext cx="0" cy="22467"/>
              </a:xfrm>
              <a:custGeom>
                <a:rect b="b" l="l" r="r" t="t"/>
                <a:pathLst>
                  <a:path extrusionOk="0" h="25" w="12000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6" name="Google Shape;956;p31"/>
              <p:cNvSpPr/>
              <p:nvPr/>
            </p:nvSpPr>
            <p:spPr>
              <a:xfrm flipH="1">
                <a:off x="1392679" y="1839726"/>
                <a:ext cx="117101" cy="61274"/>
              </a:xfrm>
              <a:custGeom>
                <a:rect b="b" l="l" r="r" t="t"/>
                <a:pathLst>
                  <a:path extrusionOk="0" h="69" w="131">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7" name="Google Shape;957;p31"/>
              <p:cNvSpPr/>
              <p:nvPr/>
            </p:nvSpPr>
            <p:spPr>
              <a:xfrm flipH="1">
                <a:off x="1351149" y="1610290"/>
                <a:ext cx="240330" cy="294795"/>
              </a:xfrm>
              <a:custGeom>
                <a:rect b="b" l="l" r="r" t="t"/>
                <a:pathLst>
                  <a:path extrusionOk="0" h="330" w="27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8" name="Google Shape;958;p31"/>
              <p:cNvSpPr/>
              <p:nvPr/>
            </p:nvSpPr>
            <p:spPr>
              <a:xfrm flipH="1">
                <a:off x="1406976" y="1777091"/>
                <a:ext cx="43572" cy="21786"/>
              </a:xfrm>
              <a:custGeom>
                <a:rect b="b" l="l" r="r" t="t"/>
                <a:pathLst>
                  <a:path extrusionOk="0" h="24" w="49">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9" name="Google Shape;959;p31"/>
              <p:cNvSpPr/>
              <p:nvPr/>
            </p:nvSpPr>
            <p:spPr>
              <a:xfrm flipH="1">
                <a:off x="1575819" y="1760070"/>
                <a:ext cx="15659" cy="17020"/>
              </a:xfrm>
              <a:custGeom>
                <a:rect b="b" l="l" r="r" t="t"/>
                <a:pathLst>
                  <a:path extrusionOk="0" h="19" w="18">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0" name="Google Shape;960;p31"/>
              <p:cNvSpPr/>
              <p:nvPr/>
            </p:nvSpPr>
            <p:spPr>
              <a:xfrm flipH="1">
                <a:off x="1542459" y="1736923"/>
                <a:ext cx="25191" cy="44934"/>
              </a:xfrm>
              <a:custGeom>
                <a:rect b="b" l="l" r="r" t="t"/>
                <a:pathLst>
                  <a:path extrusionOk="0" h="50" w="28">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1" name="Google Shape;961;p31"/>
              <p:cNvSpPr/>
              <p:nvPr/>
            </p:nvSpPr>
            <p:spPr>
              <a:xfrm flipH="1">
                <a:off x="1437613" y="1681095"/>
                <a:ext cx="61274" cy="64678"/>
              </a:xfrm>
              <a:custGeom>
                <a:rect b="b" l="l" r="r" t="t"/>
                <a:pathLst>
                  <a:path extrusionOk="0" h="73" w="69">
                    <a:moveTo>
                      <a:pt x="0" y="45"/>
                    </a:moveTo>
                    <a:cubicBezTo>
                      <a:pt x="0" y="45"/>
                      <a:pt x="41" y="31"/>
                      <a:pt x="69" y="73"/>
                    </a:cubicBezTo>
                    <a:cubicBezTo>
                      <a:pt x="69" y="73"/>
                      <a:pt x="42" y="0"/>
                      <a:pt x="0" y="4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2" name="Google Shape;962;p31"/>
              <p:cNvSpPr/>
              <p:nvPr/>
            </p:nvSpPr>
            <p:spPr>
              <a:xfrm flipH="1">
                <a:off x="1536332" y="1684499"/>
                <a:ext cx="49019" cy="48338"/>
              </a:xfrm>
              <a:custGeom>
                <a:rect b="b" l="l" r="r" t="t"/>
                <a:pathLst>
                  <a:path extrusionOk="0" h="54" w="55">
                    <a:moveTo>
                      <a:pt x="55" y="38"/>
                    </a:moveTo>
                    <a:cubicBezTo>
                      <a:pt x="55" y="38"/>
                      <a:pt x="23" y="25"/>
                      <a:pt x="0" y="54"/>
                    </a:cubicBezTo>
                    <a:cubicBezTo>
                      <a:pt x="0" y="54"/>
                      <a:pt x="26" y="0"/>
                      <a:pt x="55"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3" name="Google Shape;963;p31"/>
              <p:cNvSpPr/>
              <p:nvPr/>
            </p:nvSpPr>
            <p:spPr>
              <a:xfrm flipH="1">
                <a:off x="1464165" y="1808408"/>
                <a:ext cx="87145" cy="25871"/>
              </a:xfrm>
              <a:custGeom>
                <a:rect b="b" l="l" r="r" t="t"/>
                <a:pathLst>
                  <a:path extrusionOk="0" h="29" w="98">
                    <a:moveTo>
                      <a:pt x="31" y="25"/>
                    </a:moveTo>
                    <a:cubicBezTo>
                      <a:pt x="35" y="26"/>
                      <a:pt x="39" y="27"/>
                      <a:pt x="43" y="27"/>
                    </a:cubicBezTo>
                    <a:cubicBezTo>
                      <a:pt x="61" y="29"/>
                      <a:pt x="79" y="22"/>
                      <a:pt x="97" y="6"/>
                    </a:cubicBezTo>
                    <a:cubicBezTo>
                      <a:pt x="98" y="6"/>
                      <a:pt x="98" y="4"/>
                      <a:pt x="98" y="4"/>
                    </a:cubicBezTo>
                    <a:cubicBezTo>
                      <a:pt x="97" y="3"/>
                      <a:pt x="96" y="3"/>
                      <a:pt x="95" y="3"/>
                    </a:cubicBezTo>
                    <a:cubicBezTo>
                      <a:pt x="78" y="18"/>
                      <a:pt x="61" y="25"/>
                      <a:pt x="44" y="23"/>
                    </a:cubicBezTo>
                    <a:cubicBezTo>
                      <a:pt x="19" y="21"/>
                      <a:pt x="4" y="2"/>
                      <a:pt x="4" y="1"/>
                    </a:cubicBezTo>
                    <a:cubicBezTo>
                      <a:pt x="3" y="0"/>
                      <a:pt x="2" y="0"/>
                      <a:pt x="1" y="1"/>
                    </a:cubicBezTo>
                    <a:cubicBezTo>
                      <a:pt x="0" y="2"/>
                      <a:pt x="0" y="3"/>
                      <a:pt x="1" y="4"/>
                    </a:cubicBezTo>
                    <a:cubicBezTo>
                      <a:pt x="1" y="4"/>
                      <a:pt x="12" y="19"/>
                      <a:pt x="31" y="25"/>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4" name="Google Shape;964;p31"/>
              <p:cNvSpPr/>
              <p:nvPr/>
            </p:nvSpPr>
            <p:spPr>
              <a:xfrm flipH="1">
                <a:off x="1302130" y="1721264"/>
                <a:ext cx="66040" cy="129356"/>
              </a:xfrm>
              <a:custGeom>
                <a:rect b="b" l="l" r="r" t="t"/>
                <a:pathLst>
                  <a:path extrusionOk="0" h="145" w="74">
                    <a:moveTo>
                      <a:pt x="4" y="41"/>
                    </a:moveTo>
                    <a:cubicBezTo>
                      <a:pt x="4" y="41"/>
                      <a:pt x="21" y="0"/>
                      <a:pt x="48" y="3"/>
                    </a:cubicBezTo>
                    <a:cubicBezTo>
                      <a:pt x="74" y="6"/>
                      <a:pt x="58" y="145"/>
                      <a:pt x="0" y="85"/>
                    </a:cubicBezTo>
                    <a:lnTo>
                      <a:pt x="4" y="41"/>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5" name="Google Shape;965;p31"/>
              <p:cNvSpPr/>
              <p:nvPr/>
            </p:nvSpPr>
            <p:spPr>
              <a:xfrm flipH="1">
                <a:off x="1328001" y="1751220"/>
                <a:ext cx="33360" cy="27233"/>
              </a:xfrm>
              <a:custGeom>
                <a:rect b="b" l="l" r="r" t="t"/>
                <a:pathLst>
                  <a:path extrusionOk="0" h="30" w="38">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6" name="Google Shape;966;p31"/>
              <p:cNvSpPr/>
              <p:nvPr/>
            </p:nvSpPr>
            <p:spPr>
              <a:xfrm flipH="1">
                <a:off x="1306215" y="1546974"/>
                <a:ext cx="307050" cy="194714"/>
              </a:xfrm>
              <a:custGeom>
                <a:rect b="b" l="l" r="r" t="t"/>
                <a:pathLst>
                  <a:path extrusionOk="0" h="218" w="344">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7" name="Google Shape;967;p31"/>
              <p:cNvSpPr/>
              <p:nvPr/>
            </p:nvSpPr>
            <p:spPr>
              <a:xfrm flipH="1">
                <a:off x="1161882" y="2299279"/>
                <a:ext cx="39487" cy="211054"/>
              </a:xfrm>
              <a:custGeom>
                <a:rect b="b" l="l" r="r" t="t"/>
                <a:pathLst>
                  <a:path extrusionOk="0" h="237" w="44">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8" name="Google Shape;968;p31"/>
              <p:cNvSpPr/>
              <p:nvPr/>
            </p:nvSpPr>
            <p:spPr>
              <a:xfrm flipH="1">
                <a:off x="1202050" y="2133840"/>
                <a:ext cx="322709" cy="447298"/>
              </a:xfrm>
              <a:custGeom>
                <a:rect b="b" l="l" r="r" t="t"/>
                <a:pathLst>
                  <a:path extrusionOk="0" h="501" w="362">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9" name="Google Shape;969;p31"/>
              <p:cNvSpPr/>
              <p:nvPr/>
            </p:nvSpPr>
            <p:spPr>
              <a:xfrm flipH="1">
                <a:off x="1328007" y="2250941"/>
                <a:ext cx="70800" cy="72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0" name="Google Shape;970;p31"/>
              <p:cNvSpPr/>
              <p:nvPr/>
            </p:nvSpPr>
            <p:spPr>
              <a:xfrm flipH="1">
                <a:off x="1153711" y="2244133"/>
                <a:ext cx="171567" cy="204927"/>
              </a:xfrm>
              <a:custGeom>
                <a:rect b="b" l="l" r="r" t="t"/>
                <a:pathLst>
                  <a:path extrusionOk="0" h="230" w="192">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1" name="Google Shape;971;p31"/>
              <p:cNvSpPr/>
              <p:nvPr/>
            </p:nvSpPr>
            <p:spPr>
              <a:xfrm flipH="1">
                <a:off x="1464846" y="1736923"/>
                <a:ext cx="27233" cy="47657"/>
              </a:xfrm>
              <a:custGeom>
                <a:rect b="b" l="l" r="r" t="t"/>
                <a:pathLst>
                  <a:path extrusionOk="0" h="53" w="3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972" name="Google Shape;972;p31"/>
            <p:cNvGrpSpPr/>
            <p:nvPr/>
          </p:nvGrpSpPr>
          <p:grpSpPr>
            <a:xfrm>
              <a:off x="1880948" y="2504669"/>
              <a:ext cx="959226" cy="675313"/>
              <a:chOff x="4768936" y="2201894"/>
              <a:chExt cx="959226" cy="675313"/>
            </a:xfrm>
          </p:grpSpPr>
          <p:sp>
            <p:nvSpPr>
              <p:cNvPr id="973" name="Google Shape;973;p31"/>
              <p:cNvSpPr/>
              <p:nvPr/>
            </p:nvSpPr>
            <p:spPr>
              <a:xfrm>
                <a:off x="4768936" y="2201894"/>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4" name="Google Shape;974;p31"/>
              <p:cNvSpPr/>
              <p:nvPr/>
            </p:nvSpPr>
            <p:spPr>
              <a:xfrm>
                <a:off x="4874390" y="2238397"/>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5" name="Google Shape;975;p31"/>
              <p:cNvSpPr/>
              <p:nvPr/>
            </p:nvSpPr>
            <p:spPr>
              <a:xfrm>
                <a:off x="5109633" y="2384410"/>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6" name="Google Shape;976;p31"/>
              <p:cNvSpPr/>
              <p:nvPr/>
            </p:nvSpPr>
            <p:spPr>
              <a:xfrm>
                <a:off x="5229284" y="2467556"/>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7" name="Google Shape;977;p31"/>
              <p:cNvSpPr/>
              <p:nvPr/>
            </p:nvSpPr>
            <p:spPr>
              <a:xfrm>
                <a:off x="5355017" y="231546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8" name="Google Shape;978;p31"/>
              <p:cNvSpPr/>
              <p:nvPr/>
            </p:nvSpPr>
            <p:spPr>
              <a:xfrm>
                <a:off x="5478722" y="2386438"/>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9" name="Google Shape;979;p31"/>
              <p:cNvSpPr/>
              <p:nvPr/>
            </p:nvSpPr>
            <p:spPr>
              <a:xfrm>
                <a:off x="5604456" y="2222173"/>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0" name="Google Shape;980;p31"/>
              <p:cNvSpPr/>
              <p:nvPr/>
            </p:nvSpPr>
            <p:spPr>
              <a:xfrm>
                <a:off x="4856139" y="254867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1" name="Google Shape;981;p31"/>
              <p:cNvSpPr/>
              <p:nvPr/>
            </p:nvSpPr>
            <p:spPr>
              <a:xfrm>
                <a:off x="4848027" y="2635878"/>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2" name="Google Shape;982;p31"/>
              <p:cNvSpPr/>
              <p:nvPr/>
            </p:nvSpPr>
            <p:spPr>
              <a:xfrm>
                <a:off x="4971732" y="2564899"/>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3" name="Google Shape;983;p31"/>
              <p:cNvSpPr/>
              <p:nvPr/>
            </p:nvSpPr>
            <p:spPr>
              <a:xfrm>
                <a:off x="5093410" y="2491892"/>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4" name="Google Shape;984;p31"/>
              <p:cNvSpPr/>
              <p:nvPr/>
            </p:nvSpPr>
            <p:spPr>
              <a:xfrm>
                <a:off x="5219143" y="2548675"/>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5" name="Google Shape;985;p31"/>
              <p:cNvSpPr/>
              <p:nvPr/>
            </p:nvSpPr>
            <p:spPr>
              <a:xfrm>
                <a:off x="5342849" y="2418885"/>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6" name="Google Shape;986;p31"/>
              <p:cNvSpPr/>
              <p:nvPr/>
            </p:nvSpPr>
            <p:spPr>
              <a:xfrm>
                <a:off x="5464527" y="2479724"/>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7" name="Google Shape;987;p31"/>
              <p:cNvSpPr/>
              <p:nvPr/>
            </p:nvSpPr>
            <p:spPr>
              <a:xfrm>
                <a:off x="5588232" y="2329655"/>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32"/>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Variabel</a:t>
            </a:r>
            <a:endParaRPr/>
          </a:p>
        </p:txBody>
      </p:sp>
      <p:sp>
        <p:nvSpPr>
          <p:cNvPr id="993" name="Google Shape;993;p32"/>
          <p:cNvSpPr txBox="1"/>
          <p:nvPr>
            <p:ph idx="1" type="subTitle"/>
          </p:nvPr>
        </p:nvSpPr>
        <p:spPr>
          <a:xfrm>
            <a:off x="720000" y="1377000"/>
            <a:ext cx="4360200" cy="37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Target = persentase total user yang menyukainya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Fitur = variabel numerik</a:t>
            </a:r>
            <a:endParaRPr/>
          </a:p>
        </p:txBody>
      </p:sp>
      <p:pic>
        <p:nvPicPr>
          <p:cNvPr id="994" name="Google Shape;994;p32"/>
          <p:cNvPicPr preferRelativeResize="0"/>
          <p:nvPr/>
        </p:nvPicPr>
        <p:blipFill>
          <a:blip r:embed="rId3">
            <a:alphaModFix/>
          </a:blip>
          <a:stretch>
            <a:fillRect/>
          </a:stretch>
        </p:blipFill>
        <p:spPr>
          <a:xfrm>
            <a:off x="5080200" y="1040150"/>
            <a:ext cx="3759000" cy="2895547"/>
          </a:xfrm>
          <a:prstGeom prst="rect">
            <a:avLst/>
          </a:prstGeom>
          <a:noFill/>
          <a:ln>
            <a:noFill/>
          </a:ln>
        </p:spPr>
      </p:pic>
      <p:pic>
        <p:nvPicPr>
          <p:cNvPr id="995" name="Google Shape;995;p32"/>
          <p:cNvPicPr preferRelativeResize="0"/>
          <p:nvPr/>
        </p:nvPicPr>
        <p:blipFill>
          <a:blip r:embed="rId4">
            <a:alphaModFix/>
          </a:blip>
          <a:stretch>
            <a:fillRect/>
          </a:stretch>
        </p:blipFill>
        <p:spPr>
          <a:xfrm>
            <a:off x="70225" y="2667700"/>
            <a:ext cx="4895098" cy="169241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33"/>
          <p:cNvSpPr txBox="1"/>
          <p:nvPr>
            <p:ph type="title"/>
          </p:nvPr>
        </p:nvSpPr>
        <p:spPr>
          <a:xfrm>
            <a:off x="3871075" y="2969400"/>
            <a:ext cx="4559700" cy="130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a:t>
            </a:r>
            <a:endParaRPr/>
          </a:p>
          <a:p>
            <a:pPr indent="0" lvl="0" marL="0" rtl="0" algn="l">
              <a:spcBef>
                <a:spcPts val="0"/>
              </a:spcBef>
              <a:spcAft>
                <a:spcPts val="0"/>
              </a:spcAft>
              <a:buNone/>
            </a:pPr>
            <a:r>
              <a:rPr lang="en"/>
              <a:t>Preparation</a:t>
            </a:r>
            <a:endParaRPr/>
          </a:p>
        </p:txBody>
      </p:sp>
      <p:sp>
        <p:nvSpPr>
          <p:cNvPr id="1001" name="Google Shape;1001;p33"/>
          <p:cNvSpPr txBox="1"/>
          <p:nvPr>
            <p:ph idx="2" type="title"/>
          </p:nvPr>
        </p:nvSpPr>
        <p:spPr>
          <a:xfrm>
            <a:off x="3871075" y="2425725"/>
            <a:ext cx="996900" cy="7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002" name="Google Shape;1002;p33"/>
          <p:cNvSpPr txBox="1"/>
          <p:nvPr>
            <p:ph idx="1" type="subTitle"/>
          </p:nvPr>
        </p:nvSpPr>
        <p:spPr>
          <a:xfrm>
            <a:off x="3871075" y="4229000"/>
            <a:ext cx="4559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1003" name="Google Shape;1003;p33"/>
          <p:cNvGrpSpPr/>
          <p:nvPr/>
        </p:nvGrpSpPr>
        <p:grpSpPr>
          <a:xfrm>
            <a:off x="713221" y="502143"/>
            <a:ext cx="2987197" cy="3456293"/>
            <a:chOff x="713221" y="502143"/>
            <a:chExt cx="2987197" cy="3456293"/>
          </a:xfrm>
        </p:grpSpPr>
        <p:grpSp>
          <p:nvGrpSpPr>
            <p:cNvPr id="1004" name="Google Shape;1004;p33"/>
            <p:cNvGrpSpPr/>
            <p:nvPr/>
          </p:nvGrpSpPr>
          <p:grpSpPr>
            <a:xfrm>
              <a:off x="1974337" y="1193591"/>
              <a:ext cx="1726080" cy="1115464"/>
              <a:chOff x="4838012" y="1361547"/>
              <a:chExt cx="951900" cy="615157"/>
            </a:xfrm>
          </p:grpSpPr>
          <p:sp>
            <p:nvSpPr>
              <p:cNvPr id="1005" name="Google Shape;1005;p33"/>
              <p:cNvSpPr/>
              <p:nvPr/>
            </p:nvSpPr>
            <p:spPr>
              <a:xfrm>
                <a:off x="4838012" y="1419903"/>
                <a:ext cx="951900" cy="556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6" name="Google Shape;1006;p33"/>
              <p:cNvSpPr/>
              <p:nvPr/>
            </p:nvSpPr>
            <p:spPr>
              <a:xfrm>
                <a:off x="4838012" y="1361547"/>
                <a:ext cx="951892" cy="58358"/>
              </a:xfrm>
              <a:custGeom>
                <a:rect b="b" l="l" r="r" t="t"/>
                <a:pathLst>
                  <a:path extrusionOk="0" h="67" w="1089">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7" name="Google Shape;1007;p33"/>
              <p:cNvSpPr/>
              <p:nvPr/>
            </p:nvSpPr>
            <p:spPr>
              <a:xfrm>
                <a:off x="4863842"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8" name="Google Shape;1008;p33"/>
              <p:cNvSpPr/>
              <p:nvPr/>
            </p:nvSpPr>
            <p:spPr>
              <a:xfrm>
                <a:off x="4904979"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9" name="Google Shape;1009;p33"/>
              <p:cNvSpPr/>
              <p:nvPr/>
            </p:nvSpPr>
            <p:spPr>
              <a:xfrm>
                <a:off x="4945159" y="1376853"/>
                <a:ext cx="267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0" name="Google Shape;1010;p33"/>
              <p:cNvSpPr/>
              <p:nvPr/>
            </p:nvSpPr>
            <p:spPr>
              <a:xfrm>
                <a:off x="4902109" y="1478261"/>
                <a:ext cx="348300" cy="348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1" name="Google Shape;1011;p33"/>
              <p:cNvSpPr/>
              <p:nvPr/>
            </p:nvSpPr>
            <p:spPr>
              <a:xfrm>
                <a:off x="4926026" y="1502178"/>
                <a:ext cx="299440" cy="300397"/>
              </a:xfrm>
              <a:custGeom>
                <a:rect b="b" l="l" r="r" t="t"/>
                <a:pathLst>
                  <a:path extrusionOk="0" h="343" w="342">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2" name="Google Shape;1012;p33"/>
              <p:cNvSpPr/>
              <p:nvPr/>
            </p:nvSpPr>
            <p:spPr>
              <a:xfrm>
                <a:off x="4926026" y="1506961"/>
                <a:ext cx="299440" cy="295613"/>
              </a:xfrm>
              <a:custGeom>
                <a:rect b="b" l="l" r="r" t="t"/>
                <a:pathLst>
                  <a:path extrusionOk="0" h="338" w="342">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3" name="Google Shape;1013;p33"/>
              <p:cNvSpPr/>
              <p:nvPr/>
            </p:nvSpPr>
            <p:spPr>
              <a:xfrm>
                <a:off x="5076224" y="1660030"/>
                <a:ext cx="149241" cy="142545"/>
              </a:xfrm>
              <a:custGeom>
                <a:rect b="b" l="l" r="r" t="t"/>
                <a:pathLst>
                  <a:path extrusionOk="0" h="163" w="171">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4" name="Google Shape;1014;p33"/>
              <p:cNvSpPr/>
              <p:nvPr/>
            </p:nvSpPr>
            <p:spPr>
              <a:xfrm>
                <a:off x="5313479" y="1549055"/>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5" name="Google Shape;1015;p33"/>
              <p:cNvSpPr/>
              <p:nvPr/>
            </p:nvSpPr>
            <p:spPr>
              <a:xfrm>
                <a:off x="5313479" y="1610282"/>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6" name="Google Shape;1016;p33"/>
              <p:cNvSpPr/>
              <p:nvPr/>
            </p:nvSpPr>
            <p:spPr>
              <a:xfrm>
                <a:off x="5313479" y="1671510"/>
                <a:ext cx="3234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7" name="Google Shape;1017;p33"/>
              <p:cNvSpPr/>
              <p:nvPr/>
            </p:nvSpPr>
            <p:spPr>
              <a:xfrm>
                <a:off x="5313479" y="1732737"/>
                <a:ext cx="205800" cy="24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8" name="Google Shape;1018;p33"/>
              <p:cNvSpPr/>
              <p:nvPr/>
            </p:nvSpPr>
            <p:spPr>
              <a:xfrm>
                <a:off x="4970989"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9" name="Google Shape;1019;p33"/>
              <p:cNvSpPr/>
              <p:nvPr/>
            </p:nvSpPr>
            <p:spPr>
              <a:xfrm>
                <a:off x="4889672" y="1867628"/>
                <a:ext cx="57600" cy="57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0" name="Google Shape;1020;p33"/>
              <p:cNvSpPr/>
              <p:nvPr/>
            </p:nvSpPr>
            <p:spPr>
              <a:xfrm>
                <a:off x="5257036"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1" name="Google Shape;1021;p33"/>
              <p:cNvSpPr/>
              <p:nvPr/>
            </p:nvSpPr>
            <p:spPr>
              <a:xfrm>
                <a:off x="5175718" y="1867628"/>
                <a:ext cx="57600" cy="576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2" name="Google Shape;1022;p33"/>
              <p:cNvSpPr/>
              <p:nvPr/>
            </p:nvSpPr>
            <p:spPr>
              <a:xfrm>
                <a:off x="5543081" y="1884848"/>
                <a:ext cx="1446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3" name="Google Shape;1023;p33"/>
              <p:cNvSpPr/>
              <p:nvPr/>
            </p:nvSpPr>
            <p:spPr>
              <a:xfrm>
                <a:off x="5461764" y="1867628"/>
                <a:ext cx="56400" cy="57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24" name="Google Shape;1024;p33"/>
            <p:cNvGrpSpPr/>
            <p:nvPr/>
          </p:nvGrpSpPr>
          <p:grpSpPr>
            <a:xfrm>
              <a:off x="1442946" y="949677"/>
              <a:ext cx="437992" cy="437992"/>
              <a:chOff x="1309269" y="3291652"/>
              <a:chExt cx="415198" cy="415198"/>
            </a:xfrm>
          </p:grpSpPr>
          <p:sp>
            <p:nvSpPr>
              <p:cNvPr id="1025" name="Google Shape;1025;p33"/>
              <p:cNvSpPr/>
              <p:nvPr/>
            </p:nvSpPr>
            <p:spPr>
              <a:xfrm>
                <a:off x="1309269" y="3291652"/>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6" name="Google Shape;1026;p33"/>
              <p:cNvSpPr/>
              <p:nvPr/>
            </p:nvSpPr>
            <p:spPr>
              <a:xfrm>
                <a:off x="1364756" y="3349053"/>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27" name="Google Shape;1027;p33"/>
            <p:cNvSpPr/>
            <p:nvPr/>
          </p:nvSpPr>
          <p:spPr>
            <a:xfrm>
              <a:off x="3052028" y="502143"/>
              <a:ext cx="560784" cy="924988"/>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8" name="Google Shape;1028;p33"/>
            <p:cNvSpPr/>
            <p:nvPr/>
          </p:nvSpPr>
          <p:spPr>
            <a:xfrm>
              <a:off x="3003630" y="2329937"/>
              <a:ext cx="269949" cy="266432"/>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9" name="Google Shape;1029;p33"/>
            <p:cNvSpPr/>
            <p:nvPr/>
          </p:nvSpPr>
          <p:spPr>
            <a:xfrm>
              <a:off x="3003613" y="2807213"/>
              <a:ext cx="166095" cy="27398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30" name="Google Shape;1030;p33"/>
            <p:cNvGrpSpPr/>
            <p:nvPr/>
          </p:nvGrpSpPr>
          <p:grpSpPr>
            <a:xfrm>
              <a:off x="713221" y="1546974"/>
              <a:ext cx="1380702" cy="2411461"/>
              <a:chOff x="713221" y="1546974"/>
              <a:chExt cx="1380702" cy="2411461"/>
            </a:xfrm>
          </p:grpSpPr>
          <p:sp>
            <p:nvSpPr>
              <p:cNvPr id="1031" name="Google Shape;1031;p33"/>
              <p:cNvSpPr/>
              <p:nvPr/>
            </p:nvSpPr>
            <p:spPr>
              <a:xfrm flipH="1">
                <a:off x="1210219" y="1617779"/>
                <a:ext cx="451384" cy="297518"/>
              </a:xfrm>
              <a:custGeom>
                <a:rect b="b" l="l" r="r" t="t"/>
                <a:pathLst>
                  <a:path extrusionOk="0" h="334" w="506">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2" name="Google Shape;1032;p33"/>
              <p:cNvSpPr/>
              <p:nvPr/>
            </p:nvSpPr>
            <p:spPr>
              <a:xfrm flipH="1">
                <a:off x="892277" y="2443613"/>
                <a:ext cx="815622" cy="1284027"/>
              </a:xfrm>
              <a:custGeom>
                <a:rect b="b" l="l" r="r" t="t"/>
                <a:pathLst>
                  <a:path extrusionOk="0" h="1439" w="914">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3" name="Google Shape;1033;p33"/>
              <p:cNvSpPr/>
              <p:nvPr/>
            </p:nvSpPr>
            <p:spPr>
              <a:xfrm flipH="1">
                <a:off x="1228602" y="1913255"/>
                <a:ext cx="425511" cy="571206"/>
              </a:xfrm>
              <a:custGeom>
                <a:rect b="b" l="l" r="r" t="t"/>
                <a:pathLst>
                  <a:path extrusionOk="0" h="641" w="477">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4" name="Google Shape;1034;p33"/>
              <p:cNvSpPr/>
              <p:nvPr/>
            </p:nvSpPr>
            <p:spPr>
              <a:xfrm flipH="1">
                <a:off x="738412" y="3639812"/>
                <a:ext cx="309092" cy="272328"/>
              </a:xfrm>
              <a:custGeom>
                <a:rect b="b" l="l" r="r" t="t"/>
                <a:pathLst>
                  <a:path extrusionOk="0" h="305" w="347">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5" name="Google Shape;1035;p33"/>
              <p:cNvSpPr/>
              <p:nvPr/>
            </p:nvSpPr>
            <p:spPr>
              <a:xfrm flipH="1">
                <a:off x="713221" y="3728319"/>
                <a:ext cx="332921" cy="230117"/>
              </a:xfrm>
              <a:custGeom>
                <a:rect b="b" l="l" r="r" t="t"/>
                <a:pathLst>
                  <a:path extrusionOk="0" h="258" w="373">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6" name="Google Shape;1036;p33"/>
              <p:cNvSpPr/>
              <p:nvPr/>
            </p:nvSpPr>
            <p:spPr>
              <a:xfrm flipH="1">
                <a:off x="1374978" y="3639812"/>
                <a:ext cx="312496" cy="272328"/>
              </a:xfrm>
              <a:custGeom>
                <a:rect b="b" l="l" r="r" t="t"/>
                <a:pathLst>
                  <a:path extrusionOk="0" h="305" w="35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7" name="Google Shape;1037;p33"/>
              <p:cNvSpPr/>
              <p:nvPr/>
            </p:nvSpPr>
            <p:spPr>
              <a:xfrm flipH="1">
                <a:off x="1377021" y="3728319"/>
                <a:ext cx="332239" cy="230117"/>
              </a:xfrm>
              <a:custGeom>
                <a:rect b="b" l="l" r="r" t="t"/>
                <a:pathLst>
                  <a:path extrusionOk="0" h="258" w="373">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8" name="Google Shape;1038;p33"/>
              <p:cNvSpPr/>
              <p:nvPr/>
            </p:nvSpPr>
            <p:spPr>
              <a:xfrm flipH="1">
                <a:off x="835768" y="1991549"/>
                <a:ext cx="548060" cy="518785"/>
              </a:xfrm>
              <a:custGeom>
                <a:rect b="b" l="l" r="r" t="t"/>
                <a:pathLst>
                  <a:path extrusionOk="0" h="582" w="615">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9" name="Google Shape;1039;p33"/>
              <p:cNvSpPr/>
              <p:nvPr/>
            </p:nvSpPr>
            <p:spPr>
              <a:xfrm flipH="1">
                <a:off x="1041376" y="2250941"/>
                <a:ext cx="184502" cy="54466"/>
              </a:xfrm>
              <a:custGeom>
                <a:rect b="b" l="l" r="r" t="t"/>
                <a:pathLst>
                  <a:path extrusionOk="0" h="80" w="271">
                    <a:moveTo>
                      <a:pt x="0" y="0"/>
                    </a:moveTo>
                    <a:lnTo>
                      <a:pt x="5" y="68"/>
                    </a:lnTo>
                    <a:lnTo>
                      <a:pt x="271" y="80"/>
                    </a:lnTo>
                    <a:lnTo>
                      <a:pt x="0" y="0"/>
                    </a:lnTo>
                    <a:close/>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0" name="Google Shape;1040;p33"/>
              <p:cNvSpPr/>
              <p:nvPr/>
            </p:nvSpPr>
            <p:spPr>
              <a:xfrm flipH="1">
                <a:off x="1585351" y="1969082"/>
                <a:ext cx="395556" cy="444575"/>
              </a:xfrm>
              <a:custGeom>
                <a:rect b="b" l="l" r="r" t="t"/>
                <a:pathLst>
                  <a:path extrusionOk="0" h="498" w="443">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1" name="Google Shape;1041;p33"/>
              <p:cNvSpPr/>
              <p:nvPr/>
            </p:nvSpPr>
            <p:spPr>
              <a:xfrm flipH="1">
                <a:off x="1950270" y="1940487"/>
                <a:ext cx="111654" cy="141611"/>
              </a:xfrm>
              <a:custGeom>
                <a:rect b="b" l="l" r="r" t="t"/>
                <a:pathLst>
                  <a:path extrusionOk="0" h="159" w="125">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2" name="Google Shape;1042;p33"/>
              <p:cNvSpPr/>
              <p:nvPr/>
            </p:nvSpPr>
            <p:spPr>
              <a:xfrm flipH="1">
                <a:off x="1997246" y="2075290"/>
                <a:ext cx="33360" cy="2723"/>
              </a:xfrm>
              <a:custGeom>
                <a:rect b="b" l="l" r="r" t="t"/>
                <a:pathLst>
                  <a:path extrusionOk="0" h="3" w="37">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3" name="Google Shape;1043;p33"/>
              <p:cNvSpPr/>
              <p:nvPr/>
            </p:nvSpPr>
            <p:spPr>
              <a:xfrm flipH="1">
                <a:off x="1957759" y="2005846"/>
                <a:ext cx="99400" cy="72167"/>
              </a:xfrm>
              <a:custGeom>
                <a:rect b="b" l="l" r="r" t="t"/>
                <a:pathLst>
                  <a:path extrusionOk="0" h="81" w="112">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4" name="Google Shape;1044;p33"/>
              <p:cNvSpPr/>
              <p:nvPr/>
            </p:nvSpPr>
            <p:spPr>
              <a:xfrm flipH="1">
                <a:off x="2004736" y="1871725"/>
                <a:ext cx="5447" cy="49019"/>
              </a:xfrm>
              <a:custGeom>
                <a:rect b="b" l="l" r="r" t="t"/>
                <a:pathLst>
                  <a:path extrusionOk="0" h="72" w="8">
                    <a:moveTo>
                      <a:pt x="8" y="0"/>
                    </a:moveTo>
                    <a:lnTo>
                      <a:pt x="0" y="72"/>
                    </a:lnTo>
                    <a:lnTo>
                      <a:pt x="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1045" name="Google Shape;1045;p33"/>
              <p:cNvCxnSpPr/>
              <p:nvPr/>
            </p:nvCxnSpPr>
            <p:spPr>
              <a:xfrm>
                <a:off x="2004736" y="1871725"/>
                <a:ext cx="5400" cy="48900"/>
              </a:xfrm>
              <a:prstGeom prst="straightConnector1">
                <a:avLst/>
              </a:prstGeom>
              <a:noFill/>
              <a:ln>
                <a:noFill/>
              </a:ln>
            </p:spPr>
          </p:cxnSp>
          <p:sp>
            <p:nvSpPr>
              <p:cNvPr id="1046" name="Google Shape;1046;p33"/>
              <p:cNvSpPr/>
              <p:nvPr/>
            </p:nvSpPr>
            <p:spPr>
              <a:xfrm flipH="1">
                <a:off x="1995204" y="1871044"/>
                <a:ext cx="24510" cy="51742"/>
              </a:xfrm>
              <a:custGeom>
                <a:rect b="b" l="l" r="r" t="t"/>
                <a:pathLst>
                  <a:path extrusionOk="0" h="76" w="36">
                    <a:moveTo>
                      <a:pt x="27" y="76"/>
                    </a:moveTo>
                    <a:lnTo>
                      <a:pt x="0" y="72"/>
                    </a:lnTo>
                    <a:lnTo>
                      <a:pt x="9" y="0"/>
                    </a:lnTo>
                    <a:lnTo>
                      <a:pt x="36" y="3"/>
                    </a:lnTo>
                    <a:lnTo>
                      <a:pt x="27" y="7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7" name="Google Shape;1047;p33"/>
              <p:cNvSpPr/>
              <p:nvPr/>
            </p:nvSpPr>
            <p:spPr>
              <a:xfrm flipH="1">
                <a:off x="1987034" y="1905085"/>
                <a:ext cx="61274" cy="160673"/>
              </a:xfrm>
              <a:custGeom>
                <a:rect b="b" l="l" r="r" t="t"/>
                <a:pathLst>
                  <a:path extrusionOk="0" h="180" w="69">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8" name="Google Shape;1048;p33"/>
              <p:cNvSpPr/>
              <p:nvPr/>
            </p:nvSpPr>
            <p:spPr>
              <a:xfrm flipH="1">
                <a:off x="1913506" y="1664075"/>
                <a:ext cx="161354" cy="202203"/>
              </a:xfrm>
              <a:custGeom>
                <a:rect b="b" l="l" r="r" t="t"/>
                <a:pathLst>
                  <a:path extrusionOk="0" h="227" w="181">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9" name="Google Shape;1049;p33"/>
              <p:cNvSpPr/>
              <p:nvPr/>
            </p:nvSpPr>
            <p:spPr>
              <a:xfrm flipH="1">
                <a:off x="1896486" y="1640246"/>
                <a:ext cx="197438" cy="255987"/>
              </a:xfrm>
              <a:custGeom>
                <a:rect b="b" l="l" r="r" t="t"/>
                <a:pathLst>
                  <a:path extrusionOk="0" h="287" w="221">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0" name="Google Shape;1050;p33"/>
              <p:cNvSpPr/>
              <p:nvPr/>
            </p:nvSpPr>
            <p:spPr>
              <a:xfrm flipH="1">
                <a:off x="1989757" y="1937083"/>
                <a:ext cx="101442" cy="123228"/>
              </a:xfrm>
              <a:custGeom>
                <a:rect b="b" l="l" r="r" t="t"/>
                <a:pathLst>
                  <a:path extrusionOk="0" h="138" w="114">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1" name="Google Shape;1051;p33"/>
              <p:cNvSpPr/>
              <p:nvPr/>
            </p:nvSpPr>
            <p:spPr>
              <a:xfrm flipH="1">
                <a:off x="1938015" y="1908489"/>
                <a:ext cx="118462" cy="117101"/>
              </a:xfrm>
              <a:custGeom>
                <a:rect b="b" l="l" r="r" t="t"/>
                <a:pathLst>
                  <a:path extrusionOk="0" h="131" w="133">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2" name="Google Shape;1052;p33"/>
              <p:cNvSpPr/>
              <p:nvPr/>
            </p:nvSpPr>
            <p:spPr>
              <a:xfrm flipH="1">
                <a:off x="1980907" y="2003804"/>
                <a:ext cx="15659" cy="13616"/>
              </a:xfrm>
              <a:custGeom>
                <a:rect b="b" l="l" r="r" t="t"/>
                <a:pathLst>
                  <a:path extrusionOk="0" h="15" w="18">
                    <a:moveTo>
                      <a:pt x="1" y="0"/>
                    </a:moveTo>
                    <a:cubicBezTo>
                      <a:pt x="1" y="1"/>
                      <a:pt x="1" y="2"/>
                      <a:pt x="0" y="2"/>
                    </a:cubicBezTo>
                    <a:cubicBezTo>
                      <a:pt x="1" y="3"/>
                      <a:pt x="2" y="4"/>
                      <a:pt x="3" y="6"/>
                    </a:cubicBezTo>
                    <a:cubicBezTo>
                      <a:pt x="7" y="10"/>
                      <a:pt x="12" y="13"/>
                      <a:pt x="18" y="15"/>
                    </a:cubicBezTo>
                    <a:cubicBezTo>
                      <a:pt x="18" y="15"/>
                      <a:pt x="18" y="15"/>
                      <a:pt x="18" y="15"/>
                    </a:cubicBezTo>
                    <a:cubicBezTo>
                      <a:pt x="14" y="13"/>
                      <a:pt x="12" y="11"/>
                      <a:pt x="9" y="9"/>
                    </a:cubicBezTo>
                    <a:cubicBezTo>
                      <a:pt x="7" y="8"/>
                      <a:pt x="6" y="6"/>
                      <a:pt x="4" y="4"/>
                    </a:cubicBezTo>
                    <a:cubicBezTo>
                      <a:pt x="4" y="4"/>
                      <a:pt x="4" y="4"/>
                      <a:pt x="3" y="3"/>
                    </a:cubicBezTo>
                    <a:cubicBezTo>
                      <a:pt x="3" y="2"/>
                      <a:pt x="2" y="1"/>
                      <a:pt x="1" y="0"/>
                    </a:cubicBezTo>
                  </a:path>
                </a:pathLst>
              </a:custGeom>
              <a:solidFill>
                <a:srgbClr val="FF64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3" name="Google Shape;1053;p33"/>
              <p:cNvSpPr/>
              <p:nvPr/>
            </p:nvSpPr>
            <p:spPr>
              <a:xfrm flipH="1">
                <a:off x="1995885" y="1954785"/>
                <a:ext cx="60593" cy="51061"/>
              </a:xfrm>
              <a:custGeom>
                <a:rect b="b" l="l" r="r" t="t"/>
                <a:pathLst>
                  <a:path extrusionOk="0" h="57" w="68">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4" name="Google Shape;1054;p33"/>
              <p:cNvSpPr/>
              <p:nvPr/>
            </p:nvSpPr>
            <p:spPr>
              <a:xfrm flipH="1">
                <a:off x="1980907" y="1954785"/>
                <a:ext cx="75571" cy="62635"/>
              </a:xfrm>
              <a:custGeom>
                <a:rect b="b" l="l" r="r" t="t"/>
                <a:pathLst>
                  <a:path extrusionOk="0" h="70" w="85">
                    <a:moveTo>
                      <a:pt x="76" y="64"/>
                    </a:moveTo>
                    <a:cubicBezTo>
                      <a:pt x="79" y="66"/>
                      <a:pt x="81" y="68"/>
                      <a:pt x="85" y="70"/>
                    </a:cubicBezTo>
                    <a:cubicBezTo>
                      <a:pt x="82" y="68"/>
                      <a:pt x="79" y="66"/>
                      <a:pt x="76" y="64"/>
                    </a:cubicBezTo>
                    <a:moveTo>
                      <a:pt x="0" y="0"/>
                    </a:moveTo>
                    <a:cubicBezTo>
                      <a:pt x="0" y="0"/>
                      <a:pt x="0" y="0"/>
                      <a:pt x="0" y="0"/>
                    </a:cubicBezTo>
                    <a:cubicBezTo>
                      <a:pt x="3" y="14"/>
                      <a:pt x="15" y="22"/>
                      <a:pt x="29" y="22"/>
                    </a:cubicBezTo>
                    <a:cubicBezTo>
                      <a:pt x="40" y="22"/>
                      <a:pt x="51" y="17"/>
                      <a:pt x="61" y="9"/>
                    </a:cubicBezTo>
                    <a:cubicBezTo>
                      <a:pt x="61" y="9"/>
                      <a:pt x="53" y="34"/>
                      <a:pt x="68" y="55"/>
                    </a:cubicBezTo>
                    <a:cubicBezTo>
                      <a:pt x="69" y="56"/>
                      <a:pt x="70" y="57"/>
                      <a:pt x="70" y="58"/>
                    </a:cubicBezTo>
                    <a:cubicBezTo>
                      <a:pt x="56" y="40"/>
                      <a:pt x="61" y="17"/>
                      <a:pt x="63" y="11"/>
                    </a:cubicBezTo>
                    <a:cubicBezTo>
                      <a:pt x="64" y="6"/>
                      <a:pt x="64" y="6"/>
                      <a:pt x="64" y="6"/>
                    </a:cubicBezTo>
                    <a:cubicBezTo>
                      <a:pt x="59" y="9"/>
                      <a:pt x="59" y="9"/>
                      <a:pt x="59" y="9"/>
                    </a:cubicBezTo>
                    <a:cubicBezTo>
                      <a:pt x="54" y="11"/>
                      <a:pt x="49" y="14"/>
                      <a:pt x="43" y="16"/>
                    </a:cubicBezTo>
                    <a:cubicBezTo>
                      <a:pt x="37" y="18"/>
                      <a:pt x="32" y="19"/>
                      <a:pt x="26" y="19"/>
                    </a:cubicBezTo>
                    <a:cubicBezTo>
                      <a:pt x="26" y="19"/>
                      <a:pt x="25" y="19"/>
                      <a:pt x="25" y="19"/>
                    </a:cubicBezTo>
                    <a:cubicBezTo>
                      <a:pt x="20" y="19"/>
                      <a:pt x="14" y="18"/>
                      <a:pt x="9" y="14"/>
                    </a:cubicBezTo>
                    <a:cubicBezTo>
                      <a:pt x="5" y="11"/>
                      <a:pt x="1" y="6"/>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5" name="Google Shape;1055;p33"/>
              <p:cNvSpPr/>
              <p:nvPr/>
            </p:nvSpPr>
            <p:spPr>
              <a:xfrm flipH="1">
                <a:off x="2008820" y="2029675"/>
                <a:ext cx="53785" cy="10893"/>
              </a:xfrm>
              <a:custGeom>
                <a:rect b="b" l="l" r="r" t="t"/>
                <a:pathLst>
                  <a:path extrusionOk="0" h="12" w="6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6" name="Google Shape;1056;p33"/>
              <p:cNvSpPr/>
              <p:nvPr/>
            </p:nvSpPr>
            <p:spPr>
              <a:xfrm flipH="1">
                <a:off x="1998608" y="2000399"/>
                <a:ext cx="63316" cy="10893"/>
              </a:xfrm>
              <a:custGeom>
                <a:rect b="b" l="l" r="r" t="t"/>
                <a:pathLst>
                  <a:path extrusionOk="0" h="12" w="71">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7" name="Google Shape;1057;p33"/>
              <p:cNvSpPr/>
              <p:nvPr/>
            </p:nvSpPr>
            <p:spPr>
              <a:xfrm flipH="1">
                <a:off x="2004736" y="1974528"/>
                <a:ext cx="51742" cy="14297"/>
              </a:xfrm>
              <a:custGeom>
                <a:rect b="b" l="l" r="r" t="t"/>
                <a:pathLst>
                  <a:path extrusionOk="0" h="16" w="58">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8" name="Google Shape;1058;p33"/>
              <p:cNvSpPr/>
              <p:nvPr/>
            </p:nvSpPr>
            <p:spPr>
              <a:xfrm flipH="1">
                <a:off x="2004736" y="1983379"/>
                <a:ext cx="681" cy="5447"/>
              </a:xfrm>
              <a:custGeom>
                <a:rect b="b" l="l" r="r" t="t"/>
                <a:pathLst>
                  <a:path extrusionOk="0" h="6" w="1">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9" name="Google Shape;1059;p33"/>
              <p:cNvSpPr/>
              <p:nvPr/>
            </p:nvSpPr>
            <p:spPr>
              <a:xfrm flipH="1">
                <a:off x="1583990" y="1959550"/>
                <a:ext cx="411214" cy="510615"/>
              </a:xfrm>
              <a:custGeom>
                <a:rect b="b" l="l" r="r" t="t"/>
                <a:pathLst>
                  <a:path extrusionOk="0" h="573" w="461">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0" name="Google Shape;1060;p33"/>
              <p:cNvSpPr/>
              <p:nvPr/>
            </p:nvSpPr>
            <p:spPr>
              <a:xfrm flipH="1">
                <a:off x="1625519" y="2133159"/>
                <a:ext cx="66040" cy="290029"/>
              </a:xfrm>
              <a:custGeom>
                <a:rect b="b" l="l" r="r" t="t"/>
                <a:pathLst>
                  <a:path extrusionOk="0" h="325" w="74">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1" name="Google Shape;1061;p33"/>
              <p:cNvSpPr/>
              <p:nvPr/>
            </p:nvSpPr>
            <p:spPr>
              <a:xfrm flipH="1">
                <a:off x="1228602" y="1913255"/>
                <a:ext cx="442532" cy="590271"/>
              </a:xfrm>
              <a:custGeom>
                <a:rect b="b" l="l" r="r" t="t"/>
                <a:pathLst>
                  <a:path extrusionOk="0" h="662" w="496">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2" name="Google Shape;1062;p33"/>
              <p:cNvSpPr/>
              <p:nvPr/>
            </p:nvSpPr>
            <p:spPr>
              <a:xfrm flipH="1">
                <a:off x="885470" y="2443613"/>
                <a:ext cx="822429" cy="1230922"/>
              </a:xfrm>
              <a:custGeom>
                <a:rect b="b" l="l" r="r" t="t"/>
                <a:pathLst>
                  <a:path extrusionOk="0" h="1380" w="922">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3" name="Google Shape;1063;p33"/>
              <p:cNvSpPr/>
              <p:nvPr/>
            </p:nvSpPr>
            <p:spPr>
              <a:xfrm flipH="1">
                <a:off x="1392679" y="1810451"/>
                <a:ext cx="125271" cy="239648"/>
              </a:xfrm>
              <a:custGeom>
                <a:rect b="b" l="l" r="r" t="t"/>
                <a:pathLst>
                  <a:path extrusionOk="0" h="269" w="14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4" name="Google Shape;1064;p33"/>
              <p:cNvSpPr/>
              <p:nvPr/>
            </p:nvSpPr>
            <p:spPr>
              <a:xfrm>
                <a:off x="1392679" y="1839726"/>
                <a:ext cx="0" cy="22467"/>
              </a:xfrm>
              <a:custGeom>
                <a:rect b="b" l="l" r="r" t="t"/>
                <a:pathLst>
                  <a:path extrusionOk="0" h="25" w="12000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5" name="Google Shape;1065;p33"/>
              <p:cNvSpPr/>
              <p:nvPr/>
            </p:nvSpPr>
            <p:spPr>
              <a:xfrm flipH="1">
                <a:off x="1392679" y="1839726"/>
                <a:ext cx="117101" cy="61274"/>
              </a:xfrm>
              <a:custGeom>
                <a:rect b="b" l="l" r="r" t="t"/>
                <a:pathLst>
                  <a:path extrusionOk="0" h="69" w="131">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6" name="Google Shape;1066;p33"/>
              <p:cNvSpPr/>
              <p:nvPr/>
            </p:nvSpPr>
            <p:spPr>
              <a:xfrm flipH="1">
                <a:off x="1351149" y="1610290"/>
                <a:ext cx="240330" cy="294795"/>
              </a:xfrm>
              <a:custGeom>
                <a:rect b="b" l="l" r="r" t="t"/>
                <a:pathLst>
                  <a:path extrusionOk="0" h="330" w="27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7" name="Google Shape;1067;p33"/>
              <p:cNvSpPr/>
              <p:nvPr/>
            </p:nvSpPr>
            <p:spPr>
              <a:xfrm flipH="1">
                <a:off x="1406976" y="1777091"/>
                <a:ext cx="43572" cy="21786"/>
              </a:xfrm>
              <a:custGeom>
                <a:rect b="b" l="l" r="r" t="t"/>
                <a:pathLst>
                  <a:path extrusionOk="0" h="24" w="49">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8" name="Google Shape;1068;p33"/>
              <p:cNvSpPr/>
              <p:nvPr/>
            </p:nvSpPr>
            <p:spPr>
              <a:xfrm flipH="1">
                <a:off x="1575819" y="1760070"/>
                <a:ext cx="15659" cy="17020"/>
              </a:xfrm>
              <a:custGeom>
                <a:rect b="b" l="l" r="r" t="t"/>
                <a:pathLst>
                  <a:path extrusionOk="0" h="19" w="18">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9" name="Google Shape;1069;p33"/>
              <p:cNvSpPr/>
              <p:nvPr/>
            </p:nvSpPr>
            <p:spPr>
              <a:xfrm flipH="1">
                <a:off x="1542459" y="1736923"/>
                <a:ext cx="25191" cy="44934"/>
              </a:xfrm>
              <a:custGeom>
                <a:rect b="b" l="l" r="r" t="t"/>
                <a:pathLst>
                  <a:path extrusionOk="0" h="50" w="28">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0" name="Google Shape;1070;p33"/>
              <p:cNvSpPr/>
              <p:nvPr/>
            </p:nvSpPr>
            <p:spPr>
              <a:xfrm flipH="1">
                <a:off x="1437613" y="1681095"/>
                <a:ext cx="61274" cy="64678"/>
              </a:xfrm>
              <a:custGeom>
                <a:rect b="b" l="l" r="r" t="t"/>
                <a:pathLst>
                  <a:path extrusionOk="0" h="73" w="69">
                    <a:moveTo>
                      <a:pt x="0" y="45"/>
                    </a:moveTo>
                    <a:cubicBezTo>
                      <a:pt x="0" y="45"/>
                      <a:pt x="41" y="31"/>
                      <a:pt x="69" y="73"/>
                    </a:cubicBezTo>
                    <a:cubicBezTo>
                      <a:pt x="69" y="73"/>
                      <a:pt x="42" y="0"/>
                      <a:pt x="0" y="4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1" name="Google Shape;1071;p33"/>
              <p:cNvSpPr/>
              <p:nvPr/>
            </p:nvSpPr>
            <p:spPr>
              <a:xfrm flipH="1">
                <a:off x="1536332" y="1684499"/>
                <a:ext cx="49019" cy="48338"/>
              </a:xfrm>
              <a:custGeom>
                <a:rect b="b" l="l" r="r" t="t"/>
                <a:pathLst>
                  <a:path extrusionOk="0" h="54" w="55">
                    <a:moveTo>
                      <a:pt x="55" y="38"/>
                    </a:moveTo>
                    <a:cubicBezTo>
                      <a:pt x="55" y="38"/>
                      <a:pt x="23" y="25"/>
                      <a:pt x="0" y="54"/>
                    </a:cubicBezTo>
                    <a:cubicBezTo>
                      <a:pt x="0" y="54"/>
                      <a:pt x="26" y="0"/>
                      <a:pt x="55"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2" name="Google Shape;1072;p33"/>
              <p:cNvSpPr/>
              <p:nvPr/>
            </p:nvSpPr>
            <p:spPr>
              <a:xfrm flipH="1">
                <a:off x="1464165" y="1808408"/>
                <a:ext cx="87145" cy="25871"/>
              </a:xfrm>
              <a:custGeom>
                <a:rect b="b" l="l" r="r" t="t"/>
                <a:pathLst>
                  <a:path extrusionOk="0" h="29" w="98">
                    <a:moveTo>
                      <a:pt x="31" y="25"/>
                    </a:moveTo>
                    <a:cubicBezTo>
                      <a:pt x="35" y="26"/>
                      <a:pt x="39" y="27"/>
                      <a:pt x="43" y="27"/>
                    </a:cubicBezTo>
                    <a:cubicBezTo>
                      <a:pt x="61" y="29"/>
                      <a:pt x="79" y="22"/>
                      <a:pt x="97" y="6"/>
                    </a:cubicBezTo>
                    <a:cubicBezTo>
                      <a:pt x="98" y="6"/>
                      <a:pt x="98" y="4"/>
                      <a:pt x="98" y="4"/>
                    </a:cubicBezTo>
                    <a:cubicBezTo>
                      <a:pt x="97" y="3"/>
                      <a:pt x="96" y="3"/>
                      <a:pt x="95" y="3"/>
                    </a:cubicBezTo>
                    <a:cubicBezTo>
                      <a:pt x="78" y="18"/>
                      <a:pt x="61" y="25"/>
                      <a:pt x="44" y="23"/>
                    </a:cubicBezTo>
                    <a:cubicBezTo>
                      <a:pt x="19" y="21"/>
                      <a:pt x="4" y="2"/>
                      <a:pt x="4" y="1"/>
                    </a:cubicBezTo>
                    <a:cubicBezTo>
                      <a:pt x="3" y="0"/>
                      <a:pt x="2" y="0"/>
                      <a:pt x="1" y="1"/>
                    </a:cubicBezTo>
                    <a:cubicBezTo>
                      <a:pt x="0" y="2"/>
                      <a:pt x="0" y="3"/>
                      <a:pt x="1" y="4"/>
                    </a:cubicBezTo>
                    <a:cubicBezTo>
                      <a:pt x="1" y="4"/>
                      <a:pt x="12" y="19"/>
                      <a:pt x="31" y="25"/>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3" name="Google Shape;1073;p33"/>
              <p:cNvSpPr/>
              <p:nvPr/>
            </p:nvSpPr>
            <p:spPr>
              <a:xfrm flipH="1">
                <a:off x="1302130" y="1721264"/>
                <a:ext cx="66040" cy="129356"/>
              </a:xfrm>
              <a:custGeom>
                <a:rect b="b" l="l" r="r" t="t"/>
                <a:pathLst>
                  <a:path extrusionOk="0" h="145" w="74">
                    <a:moveTo>
                      <a:pt x="4" y="41"/>
                    </a:moveTo>
                    <a:cubicBezTo>
                      <a:pt x="4" y="41"/>
                      <a:pt x="21" y="0"/>
                      <a:pt x="48" y="3"/>
                    </a:cubicBezTo>
                    <a:cubicBezTo>
                      <a:pt x="74" y="6"/>
                      <a:pt x="58" y="145"/>
                      <a:pt x="0" y="85"/>
                    </a:cubicBezTo>
                    <a:lnTo>
                      <a:pt x="4" y="41"/>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4" name="Google Shape;1074;p33"/>
              <p:cNvSpPr/>
              <p:nvPr/>
            </p:nvSpPr>
            <p:spPr>
              <a:xfrm flipH="1">
                <a:off x="1328001" y="1751220"/>
                <a:ext cx="33360" cy="27233"/>
              </a:xfrm>
              <a:custGeom>
                <a:rect b="b" l="l" r="r" t="t"/>
                <a:pathLst>
                  <a:path extrusionOk="0" h="30" w="38">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5" name="Google Shape;1075;p33"/>
              <p:cNvSpPr/>
              <p:nvPr/>
            </p:nvSpPr>
            <p:spPr>
              <a:xfrm flipH="1">
                <a:off x="1306215" y="1546974"/>
                <a:ext cx="307050" cy="194714"/>
              </a:xfrm>
              <a:custGeom>
                <a:rect b="b" l="l" r="r" t="t"/>
                <a:pathLst>
                  <a:path extrusionOk="0" h="218" w="344">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6" name="Google Shape;1076;p33"/>
              <p:cNvSpPr/>
              <p:nvPr/>
            </p:nvSpPr>
            <p:spPr>
              <a:xfrm flipH="1">
                <a:off x="1161882" y="2299279"/>
                <a:ext cx="39487" cy="211054"/>
              </a:xfrm>
              <a:custGeom>
                <a:rect b="b" l="l" r="r" t="t"/>
                <a:pathLst>
                  <a:path extrusionOk="0" h="237" w="44">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7" name="Google Shape;1077;p33"/>
              <p:cNvSpPr/>
              <p:nvPr/>
            </p:nvSpPr>
            <p:spPr>
              <a:xfrm flipH="1">
                <a:off x="1202050" y="2133840"/>
                <a:ext cx="322709" cy="447298"/>
              </a:xfrm>
              <a:custGeom>
                <a:rect b="b" l="l" r="r" t="t"/>
                <a:pathLst>
                  <a:path extrusionOk="0" h="501" w="362">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8" name="Google Shape;1078;p33"/>
              <p:cNvSpPr/>
              <p:nvPr/>
            </p:nvSpPr>
            <p:spPr>
              <a:xfrm flipH="1">
                <a:off x="1328007" y="2250941"/>
                <a:ext cx="70800" cy="72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9" name="Google Shape;1079;p33"/>
              <p:cNvSpPr/>
              <p:nvPr/>
            </p:nvSpPr>
            <p:spPr>
              <a:xfrm flipH="1">
                <a:off x="1153711" y="2244133"/>
                <a:ext cx="171567" cy="204927"/>
              </a:xfrm>
              <a:custGeom>
                <a:rect b="b" l="l" r="r" t="t"/>
                <a:pathLst>
                  <a:path extrusionOk="0" h="230" w="192">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0" name="Google Shape;1080;p33"/>
              <p:cNvSpPr/>
              <p:nvPr/>
            </p:nvSpPr>
            <p:spPr>
              <a:xfrm flipH="1">
                <a:off x="1464846" y="1736923"/>
                <a:ext cx="27233" cy="47657"/>
              </a:xfrm>
              <a:custGeom>
                <a:rect b="b" l="l" r="r" t="t"/>
                <a:pathLst>
                  <a:path extrusionOk="0" h="53" w="3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081" name="Google Shape;1081;p33"/>
            <p:cNvGrpSpPr/>
            <p:nvPr/>
          </p:nvGrpSpPr>
          <p:grpSpPr>
            <a:xfrm>
              <a:off x="1880948" y="2504669"/>
              <a:ext cx="959226" cy="675313"/>
              <a:chOff x="4768936" y="2201894"/>
              <a:chExt cx="959226" cy="675313"/>
            </a:xfrm>
          </p:grpSpPr>
          <p:sp>
            <p:nvSpPr>
              <p:cNvPr id="1082" name="Google Shape;1082;p33"/>
              <p:cNvSpPr/>
              <p:nvPr/>
            </p:nvSpPr>
            <p:spPr>
              <a:xfrm>
                <a:off x="4768936" y="2201894"/>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3" name="Google Shape;1083;p33"/>
              <p:cNvSpPr/>
              <p:nvPr/>
            </p:nvSpPr>
            <p:spPr>
              <a:xfrm>
                <a:off x="4874390" y="2238397"/>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4" name="Google Shape;1084;p33"/>
              <p:cNvSpPr/>
              <p:nvPr/>
            </p:nvSpPr>
            <p:spPr>
              <a:xfrm>
                <a:off x="5109633" y="2384410"/>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5" name="Google Shape;1085;p33"/>
              <p:cNvSpPr/>
              <p:nvPr/>
            </p:nvSpPr>
            <p:spPr>
              <a:xfrm>
                <a:off x="5229284" y="2467556"/>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6" name="Google Shape;1086;p33"/>
              <p:cNvSpPr/>
              <p:nvPr/>
            </p:nvSpPr>
            <p:spPr>
              <a:xfrm>
                <a:off x="5355017" y="231546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7" name="Google Shape;1087;p33"/>
              <p:cNvSpPr/>
              <p:nvPr/>
            </p:nvSpPr>
            <p:spPr>
              <a:xfrm>
                <a:off x="5478722" y="2386438"/>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8" name="Google Shape;1088;p33"/>
              <p:cNvSpPr/>
              <p:nvPr/>
            </p:nvSpPr>
            <p:spPr>
              <a:xfrm>
                <a:off x="5604456" y="2222173"/>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9" name="Google Shape;1089;p33"/>
              <p:cNvSpPr/>
              <p:nvPr/>
            </p:nvSpPr>
            <p:spPr>
              <a:xfrm>
                <a:off x="4856139" y="254867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0" name="Google Shape;1090;p33"/>
              <p:cNvSpPr/>
              <p:nvPr/>
            </p:nvSpPr>
            <p:spPr>
              <a:xfrm>
                <a:off x="4848027" y="2635878"/>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1" name="Google Shape;1091;p33"/>
              <p:cNvSpPr/>
              <p:nvPr/>
            </p:nvSpPr>
            <p:spPr>
              <a:xfrm>
                <a:off x="4971732" y="2564899"/>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2" name="Google Shape;1092;p33"/>
              <p:cNvSpPr/>
              <p:nvPr/>
            </p:nvSpPr>
            <p:spPr>
              <a:xfrm>
                <a:off x="5093410" y="2491892"/>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3" name="Google Shape;1093;p33"/>
              <p:cNvSpPr/>
              <p:nvPr/>
            </p:nvSpPr>
            <p:spPr>
              <a:xfrm>
                <a:off x="5219143" y="2548675"/>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4" name="Google Shape;1094;p33"/>
              <p:cNvSpPr/>
              <p:nvPr/>
            </p:nvSpPr>
            <p:spPr>
              <a:xfrm>
                <a:off x="5342849" y="2418885"/>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5" name="Google Shape;1095;p33"/>
              <p:cNvSpPr/>
              <p:nvPr/>
            </p:nvSpPr>
            <p:spPr>
              <a:xfrm>
                <a:off x="5464527" y="2479724"/>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6" name="Google Shape;1096;p33"/>
              <p:cNvSpPr/>
              <p:nvPr/>
            </p:nvSpPr>
            <p:spPr>
              <a:xfrm>
                <a:off x="5588232" y="2329655"/>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34"/>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Sumber data</a:t>
            </a:r>
            <a:endParaRPr/>
          </a:p>
        </p:txBody>
      </p:sp>
      <p:sp>
        <p:nvSpPr>
          <p:cNvPr id="1102" name="Google Shape;1102;p34"/>
          <p:cNvSpPr txBox="1"/>
          <p:nvPr>
            <p:ph idx="1" type="subTitle"/>
          </p:nvPr>
        </p:nvSpPr>
        <p:spPr>
          <a:xfrm>
            <a:off x="720000" y="1377000"/>
            <a:ext cx="4360200" cy="37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Web scraping data game steam</a:t>
            </a:r>
            <a:endParaRPr/>
          </a:p>
        </p:txBody>
      </p:sp>
      <p:pic>
        <p:nvPicPr>
          <p:cNvPr id="1103" name="Google Shape;1103;p34"/>
          <p:cNvPicPr preferRelativeResize="0"/>
          <p:nvPr/>
        </p:nvPicPr>
        <p:blipFill>
          <a:blip r:embed="rId3">
            <a:alphaModFix/>
          </a:blip>
          <a:stretch>
            <a:fillRect/>
          </a:stretch>
        </p:blipFill>
        <p:spPr>
          <a:xfrm>
            <a:off x="4377700" y="522125"/>
            <a:ext cx="4121250" cy="38513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p35"/>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Parse -&gt; int</a:t>
            </a:r>
            <a:endParaRPr/>
          </a:p>
        </p:txBody>
      </p:sp>
      <p:pic>
        <p:nvPicPr>
          <p:cNvPr id="1109" name="Google Shape;1109;p35"/>
          <p:cNvPicPr preferRelativeResize="0"/>
          <p:nvPr/>
        </p:nvPicPr>
        <p:blipFill>
          <a:blip r:embed="rId3">
            <a:alphaModFix/>
          </a:blip>
          <a:stretch>
            <a:fillRect/>
          </a:stretch>
        </p:blipFill>
        <p:spPr>
          <a:xfrm>
            <a:off x="220975" y="2822700"/>
            <a:ext cx="8839199" cy="1303732"/>
          </a:xfrm>
          <a:prstGeom prst="rect">
            <a:avLst/>
          </a:prstGeom>
          <a:noFill/>
          <a:ln>
            <a:noFill/>
          </a:ln>
        </p:spPr>
      </p:pic>
      <p:sp>
        <p:nvSpPr>
          <p:cNvPr id="1110" name="Google Shape;1110;p35"/>
          <p:cNvSpPr txBox="1"/>
          <p:nvPr>
            <p:ph idx="1" type="subTitle"/>
          </p:nvPr>
        </p:nvSpPr>
        <p:spPr>
          <a:xfrm>
            <a:off x="864775" y="1489575"/>
            <a:ext cx="7864800" cy="13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Menerapkan regex untuk mendeteksi char non angka, negatif, dan penanda tingkat (k, M)</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36"/>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Missing values</a:t>
            </a:r>
            <a:endParaRPr/>
          </a:p>
        </p:txBody>
      </p:sp>
      <p:sp>
        <p:nvSpPr>
          <p:cNvPr id="1116" name="Google Shape;1116;p36"/>
          <p:cNvSpPr txBox="1"/>
          <p:nvPr>
            <p:ph idx="1" type="subTitle"/>
          </p:nvPr>
        </p:nvSpPr>
        <p:spPr>
          <a:xfrm>
            <a:off x="720000" y="1377000"/>
            <a:ext cx="4360200" cy="13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Penyebab data hilang</a:t>
            </a:r>
            <a:endParaRPr/>
          </a:p>
          <a:p>
            <a:pPr indent="-330200" lvl="0" marL="457200" rtl="0" algn="l">
              <a:spcBef>
                <a:spcPts val="0"/>
              </a:spcBef>
              <a:spcAft>
                <a:spcPts val="0"/>
              </a:spcAft>
              <a:buSzPts val="1600"/>
              <a:buChar char="-"/>
            </a:pPr>
            <a:r>
              <a:rPr lang="en"/>
              <a:t>Tidak semua game dilacak</a:t>
            </a:r>
            <a:endParaRPr/>
          </a:p>
          <a:p>
            <a:pPr indent="-330200" lvl="0" marL="457200" rtl="0" algn="l">
              <a:spcBef>
                <a:spcPts val="0"/>
              </a:spcBef>
              <a:spcAft>
                <a:spcPts val="0"/>
              </a:spcAft>
              <a:buSzPts val="1600"/>
              <a:buChar char="-"/>
            </a:pPr>
            <a:r>
              <a:rPr lang="en"/>
              <a:t>Game belum dirilis</a:t>
            </a:r>
            <a:endParaRPr/>
          </a:p>
          <a:p>
            <a:pPr indent="-330200" lvl="0" marL="457200" rtl="0" algn="l">
              <a:spcBef>
                <a:spcPts val="0"/>
              </a:spcBef>
              <a:spcAft>
                <a:spcPts val="0"/>
              </a:spcAft>
              <a:buSzPts val="1600"/>
              <a:buChar char="-"/>
            </a:pPr>
            <a:r>
              <a:rPr lang="en"/>
              <a:t>Game sudah dimatikan</a:t>
            </a:r>
            <a:endParaRPr/>
          </a:p>
        </p:txBody>
      </p:sp>
      <p:pic>
        <p:nvPicPr>
          <p:cNvPr id="1117" name="Google Shape;1117;p36"/>
          <p:cNvPicPr preferRelativeResize="0"/>
          <p:nvPr/>
        </p:nvPicPr>
        <p:blipFill>
          <a:blip r:embed="rId3">
            <a:alphaModFix/>
          </a:blip>
          <a:stretch>
            <a:fillRect/>
          </a:stretch>
        </p:blipFill>
        <p:spPr>
          <a:xfrm>
            <a:off x="274300" y="2872725"/>
            <a:ext cx="8493351" cy="385575"/>
          </a:xfrm>
          <a:prstGeom prst="rect">
            <a:avLst/>
          </a:prstGeom>
          <a:noFill/>
          <a:ln>
            <a:noFill/>
          </a:ln>
        </p:spPr>
      </p:pic>
      <p:pic>
        <p:nvPicPr>
          <p:cNvPr id="1118" name="Google Shape;1118;p36"/>
          <p:cNvPicPr preferRelativeResize="0"/>
          <p:nvPr/>
        </p:nvPicPr>
        <p:blipFill>
          <a:blip r:embed="rId4">
            <a:alphaModFix/>
          </a:blip>
          <a:stretch>
            <a:fillRect/>
          </a:stretch>
        </p:blipFill>
        <p:spPr>
          <a:xfrm>
            <a:off x="5232600" y="152400"/>
            <a:ext cx="1751863" cy="2583175"/>
          </a:xfrm>
          <a:prstGeom prst="rect">
            <a:avLst/>
          </a:prstGeom>
          <a:noFill/>
          <a:ln>
            <a:noFill/>
          </a:ln>
        </p:spPr>
      </p:pic>
      <p:sp>
        <p:nvSpPr>
          <p:cNvPr id="1119" name="Google Shape;1119;p36"/>
          <p:cNvSpPr txBox="1"/>
          <p:nvPr>
            <p:ph idx="1" type="subTitle"/>
          </p:nvPr>
        </p:nvSpPr>
        <p:spPr>
          <a:xfrm>
            <a:off x="720000" y="3586800"/>
            <a:ext cx="7803600" cy="13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Penyebab data hilang</a:t>
            </a:r>
            <a:endParaRPr/>
          </a:p>
          <a:p>
            <a:pPr indent="-330200" lvl="0" marL="457200" rtl="0" algn="l">
              <a:spcBef>
                <a:spcPts val="0"/>
              </a:spcBef>
              <a:spcAft>
                <a:spcPts val="0"/>
              </a:spcAft>
              <a:buSzPts val="1600"/>
              <a:buChar char="-"/>
            </a:pPr>
            <a:r>
              <a:rPr lang="en"/>
              <a:t>Penghapusan barisan game belum dirilis</a:t>
            </a:r>
            <a:endParaRPr/>
          </a:p>
          <a:p>
            <a:pPr indent="-330200" lvl="0" marL="457200" rtl="0" algn="l">
              <a:spcBef>
                <a:spcPts val="0"/>
              </a:spcBef>
              <a:spcAft>
                <a:spcPts val="0"/>
              </a:spcAft>
              <a:buSzPts val="1600"/>
              <a:buChar char="-"/>
            </a:pPr>
            <a:r>
              <a:rPr lang="en"/>
              <a:t>Penambahan mean kolom untuk 'followers', 'twitch-viewers-24-hours', 'twitch-viewers-all-time', 'owner-estimations-vg', 'owner-estimations-SteamSpy', 'owner-estimations-PlayTracker'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37"/>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Rekayasa fitur</a:t>
            </a:r>
            <a:endParaRPr/>
          </a:p>
        </p:txBody>
      </p:sp>
      <p:sp>
        <p:nvSpPr>
          <p:cNvPr id="1125" name="Google Shape;1125;p37"/>
          <p:cNvSpPr txBox="1"/>
          <p:nvPr>
            <p:ph idx="1" type="subTitle"/>
          </p:nvPr>
        </p:nvSpPr>
        <p:spPr>
          <a:xfrm>
            <a:off x="720000" y="1377000"/>
            <a:ext cx="3610200" cy="205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Setiap fitur harus membawa makna unik (novelty) terhadap target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Faktor penggabungan fitur</a:t>
            </a:r>
            <a:endParaRPr/>
          </a:p>
          <a:p>
            <a:pPr indent="-330200" lvl="0" marL="457200" rtl="0" algn="l">
              <a:spcBef>
                <a:spcPts val="0"/>
              </a:spcBef>
              <a:spcAft>
                <a:spcPts val="0"/>
              </a:spcAft>
              <a:buSzPts val="1600"/>
              <a:buAutoNum type="arabicPeriod"/>
            </a:pPr>
            <a:r>
              <a:rPr lang="en"/>
              <a:t>Fitur yang saling berkorelasi tinggi</a:t>
            </a:r>
            <a:endParaRPr/>
          </a:p>
          <a:p>
            <a:pPr indent="-330200" lvl="0" marL="457200" rtl="0" algn="l">
              <a:spcBef>
                <a:spcPts val="0"/>
              </a:spcBef>
              <a:spcAft>
                <a:spcPts val="0"/>
              </a:spcAft>
              <a:buSzPts val="1600"/>
              <a:buAutoNum type="arabicPeriod"/>
            </a:pPr>
            <a:r>
              <a:rPr lang="en"/>
              <a:t>Fitur yang berkorelasi mirip dengan </a:t>
            </a:r>
            <a:endParaRPr/>
          </a:p>
          <a:p>
            <a:pPr indent="0" lvl="0" marL="0" rtl="0" algn="l">
              <a:spcBef>
                <a:spcPts val="0"/>
              </a:spcBef>
              <a:spcAft>
                <a:spcPts val="0"/>
              </a:spcAft>
              <a:buNone/>
            </a:pPr>
            <a:r>
              <a:rPr lang="en"/>
              <a:t>target</a:t>
            </a:r>
            <a:endParaRPr/>
          </a:p>
        </p:txBody>
      </p:sp>
      <p:pic>
        <p:nvPicPr>
          <p:cNvPr id="1126" name="Google Shape;1126;p37"/>
          <p:cNvPicPr preferRelativeResize="0"/>
          <p:nvPr/>
        </p:nvPicPr>
        <p:blipFill>
          <a:blip r:embed="rId3">
            <a:alphaModFix/>
          </a:blip>
          <a:stretch>
            <a:fillRect/>
          </a:stretch>
        </p:blipFill>
        <p:spPr>
          <a:xfrm>
            <a:off x="4482400" y="731500"/>
            <a:ext cx="4257750" cy="3890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38"/>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Rekayasa fitur</a:t>
            </a:r>
            <a:endParaRPr/>
          </a:p>
        </p:txBody>
      </p:sp>
      <p:sp>
        <p:nvSpPr>
          <p:cNvPr id="1132" name="Google Shape;1132;p38"/>
          <p:cNvSpPr txBox="1"/>
          <p:nvPr>
            <p:ph idx="1" type="subTitle"/>
          </p:nvPr>
        </p:nvSpPr>
        <p:spPr>
          <a:xfrm>
            <a:off x="720000" y="1377000"/>
            <a:ext cx="3262200" cy="1302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t>Konversi ke mean untuk kolom tersebut</a:t>
            </a:r>
            <a:endParaRPr/>
          </a:p>
          <a:p>
            <a:pPr indent="-330200" lvl="0" marL="457200" rtl="0" algn="l">
              <a:spcBef>
                <a:spcPts val="0"/>
              </a:spcBef>
              <a:spcAft>
                <a:spcPts val="0"/>
              </a:spcAft>
              <a:buSzPts val="1600"/>
              <a:buChar char="●"/>
            </a:pPr>
            <a:r>
              <a:rPr lang="en"/>
              <a:t>Drop semua kolom yang aslinya</a:t>
            </a:r>
            <a:endParaRPr/>
          </a:p>
          <a:p>
            <a:pPr indent="0" lvl="0" marL="0" rtl="0" algn="l">
              <a:spcBef>
                <a:spcPts val="0"/>
              </a:spcBef>
              <a:spcAft>
                <a:spcPts val="0"/>
              </a:spcAft>
              <a:buNone/>
            </a:pPr>
            <a:r>
              <a:t/>
            </a:r>
            <a:endParaRPr/>
          </a:p>
        </p:txBody>
      </p:sp>
      <p:pic>
        <p:nvPicPr>
          <p:cNvPr id="1133" name="Google Shape;1133;p38"/>
          <p:cNvPicPr preferRelativeResize="0"/>
          <p:nvPr/>
        </p:nvPicPr>
        <p:blipFill>
          <a:blip r:embed="rId3">
            <a:alphaModFix/>
          </a:blip>
          <a:stretch>
            <a:fillRect/>
          </a:stretch>
        </p:blipFill>
        <p:spPr>
          <a:xfrm>
            <a:off x="4084175" y="445025"/>
            <a:ext cx="4655951" cy="42163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39"/>
          <p:cNvSpPr txBox="1"/>
          <p:nvPr>
            <p:ph type="title"/>
          </p:nvPr>
        </p:nvSpPr>
        <p:spPr>
          <a:xfrm>
            <a:off x="3871075" y="2969400"/>
            <a:ext cx="4559700" cy="13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Modelling</a:t>
            </a:r>
            <a:endParaRPr/>
          </a:p>
        </p:txBody>
      </p:sp>
      <p:sp>
        <p:nvSpPr>
          <p:cNvPr id="1139" name="Google Shape;1139;p39"/>
          <p:cNvSpPr txBox="1"/>
          <p:nvPr>
            <p:ph idx="2" type="title"/>
          </p:nvPr>
        </p:nvSpPr>
        <p:spPr>
          <a:xfrm>
            <a:off x="3871075" y="2425725"/>
            <a:ext cx="996900" cy="7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140" name="Google Shape;1140;p39"/>
          <p:cNvSpPr txBox="1"/>
          <p:nvPr>
            <p:ph idx="1" type="subTitle"/>
          </p:nvPr>
        </p:nvSpPr>
        <p:spPr>
          <a:xfrm>
            <a:off x="3871075" y="4229000"/>
            <a:ext cx="4559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39"/>
          <p:cNvGrpSpPr/>
          <p:nvPr/>
        </p:nvGrpSpPr>
        <p:grpSpPr>
          <a:xfrm>
            <a:off x="713221" y="502143"/>
            <a:ext cx="2987197" cy="3456293"/>
            <a:chOff x="713221" y="502143"/>
            <a:chExt cx="2987197" cy="3456293"/>
          </a:xfrm>
        </p:grpSpPr>
        <p:grpSp>
          <p:nvGrpSpPr>
            <p:cNvPr id="1142" name="Google Shape;1142;p39"/>
            <p:cNvGrpSpPr/>
            <p:nvPr/>
          </p:nvGrpSpPr>
          <p:grpSpPr>
            <a:xfrm>
              <a:off x="1974337" y="1193591"/>
              <a:ext cx="1726080" cy="1115464"/>
              <a:chOff x="4838012" y="1361547"/>
              <a:chExt cx="951900" cy="615157"/>
            </a:xfrm>
          </p:grpSpPr>
          <p:sp>
            <p:nvSpPr>
              <p:cNvPr id="1143" name="Google Shape;1143;p39"/>
              <p:cNvSpPr/>
              <p:nvPr/>
            </p:nvSpPr>
            <p:spPr>
              <a:xfrm>
                <a:off x="4838012" y="1419903"/>
                <a:ext cx="951900" cy="556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4" name="Google Shape;1144;p39"/>
              <p:cNvSpPr/>
              <p:nvPr/>
            </p:nvSpPr>
            <p:spPr>
              <a:xfrm>
                <a:off x="4838012" y="1361547"/>
                <a:ext cx="951892" cy="58358"/>
              </a:xfrm>
              <a:custGeom>
                <a:rect b="b" l="l" r="r" t="t"/>
                <a:pathLst>
                  <a:path extrusionOk="0" h="67" w="1089">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5" name="Google Shape;1145;p39"/>
              <p:cNvSpPr/>
              <p:nvPr/>
            </p:nvSpPr>
            <p:spPr>
              <a:xfrm>
                <a:off x="4863842"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6" name="Google Shape;1146;p39"/>
              <p:cNvSpPr/>
              <p:nvPr/>
            </p:nvSpPr>
            <p:spPr>
              <a:xfrm>
                <a:off x="4904979"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7" name="Google Shape;1147;p39"/>
              <p:cNvSpPr/>
              <p:nvPr/>
            </p:nvSpPr>
            <p:spPr>
              <a:xfrm>
                <a:off x="4945159" y="1376853"/>
                <a:ext cx="267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8" name="Google Shape;1148;p39"/>
              <p:cNvSpPr/>
              <p:nvPr/>
            </p:nvSpPr>
            <p:spPr>
              <a:xfrm>
                <a:off x="4902109" y="1478261"/>
                <a:ext cx="348300" cy="348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9" name="Google Shape;1149;p39"/>
              <p:cNvSpPr/>
              <p:nvPr/>
            </p:nvSpPr>
            <p:spPr>
              <a:xfrm>
                <a:off x="4926026" y="1502178"/>
                <a:ext cx="299440" cy="300397"/>
              </a:xfrm>
              <a:custGeom>
                <a:rect b="b" l="l" r="r" t="t"/>
                <a:pathLst>
                  <a:path extrusionOk="0" h="343" w="342">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0" name="Google Shape;1150;p39"/>
              <p:cNvSpPr/>
              <p:nvPr/>
            </p:nvSpPr>
            <p:spPr>
              <a:xfrm>
                <a:off x="4926026" y="1506961"/>
                <a:ext cx="299440" cy="295613"/>
              </a:xfrm>
              <a:custGeom>
                <a:rect b="b" l="l" r="r" t="t"/>
                <a:pathLst>
                  <a:path extrusionOk="0" h="338" w="342">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1" name="Google Shape;1151;p39"/>
              <p:cNvSpPr/>
              <p:nvPr/>
            </p:nvSpPr>
            <p:spPr>
              <a:xfrm>
                <a:off x="5076224" y="1660030"/>
                <a:ext cx="149241" cy="142545"/>
              </a:xfrm>
              <a:custGeom>
                <a:rect b="b" l="l" r="r" t="t"/>
                <a:pathLst>
                  <a:path extrusionOk="0" h="163" w="171">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2" name="Google Shape;1152;p39"/>
              <p:cNvSpPr/>
              <p:nvPr/>
            </p:nvSpPr>
            <p:spPr>
              <a:xfrm>
                <a:off x="5313479" y="1549055"/>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3" name="Google Shape;1153;p39"/>
              <p:cNvSpPr/>
              <p:nvPr/>
            </p:nvSpPr>
            <p:spPr>
              <a:xfrm>
                <a:off x="5313479" y="1610282"/>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4" name="Google Shape;1154;p39"/>
              <p:cNvSpPr/>
              <p:nvPr/>
            </p:nvSpPr>
            <p:spPr>
              <a:xfrm>
                <a:off x="5313479" y="1671510"/>
                <a:ext cx="3234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5" name="Google Shape;1155;p39"/>
              <p:cNvSpPr/>
              <p:nvPr/>
            </p:nvSpPr>
            <p:spPr>
              <a:xfrm>
                <a:off x="5313479" y="1732737"/>
                <a:ext cx="205800" cy="24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6" name="Google Shape;1156;p39"/>
              <p:cNvSpPr/>
              <p:nvPr/>
            </p:nvSpPr>
            <p:spPr>
              <a:xfrm>
                <a:off x="4970989"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7" name="Google Shape;1157;p39"/>
              <p:cNvSpPr/>
              <p:nvPr/>
            </p:nvSpPr>
            <p:spPr>
              <a:xfrm>
                <a:off x="4889672" y="1867628"/>
                <a:ext cx="57600" cy="57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8" name="Google Shape;1158;p39"/>
              <p:cNvSpPr/>
              <p:nvPr/>
            </p:nvSpPr>
            <p:spPr>
              <a:xfrm>
                <a:off x="5257036"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9" name="Google Shape;1159;p39"/>
              <p:cNvSpPr/>
              <p:nvPr/>
            </p:nvSpPr>
            <p:spPr>
              <a:xfrm>
                <a:off x="5175718" y="1867628"/>
                <a:ext cx="57600" cy="576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0" name="Google Shape;1160;p39"/>
              <p:cNvSpPr/>
              <p:nvPr/>
            </p:nvSpPr>
            <p:spPr>
              <a:xfrm>
                <a:off x="5543081" y="1884848"/>
                <a:ext cx="1446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1" name="Google Shape;1161;p39"/>
              <p:cNvSpPr/>
              <p:nvPr/>
            </p:nvSpPr>
            <p:spPr>
              <a:xfrm>
                <a:off x="5461764" y="1867628"/>
                <a:ext cx="56400" cy="57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62" name="Google Shape;1162;p39"/>
            <p:cNvGrpSpPr/>
            <p:nvPr/>
          </p:nvGrpSpPr>
          <p:grpSpPr>
            <a:xfrm>
              <a:off x="1442946" y="949677"/>
              <a:ext cx="437992" cy="437992"/>
              <a:chOff x="1309269" y="3291652"/>
              <a:chExt cx="415198" cy="415198"/>
            </a:xfrm>
          </p:grpSpPr>
          <p:sp>
            <p:nvSpPr>
              <p:cNvPr id="1163" name="Google Shape;1163;p39"/>
              <p:cNvSpPr/>
              <p:nvPr/>
            </p:nvSpPr>
            <p:spPr>
              <a:xfrm>
                <a:off x="1309269" y="3291652"/>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4" name="Google Shape;1164;p39"/>
              <p:cNvSpPr/>
              <p:nvPr/>
            </p:nvSpPr>
            <p:spPr>
              <a:xfrm>
                <a:off x="1364756" y="3349053"/>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165" name="Google Shape;1165;p39"/>
            <p:cNvSpPr/>
            <p:nvPr/>
          </p:nvSpPr>
          <p:spPr>
            <a:xfrm>
              <a:off x="3052028" y="502143"/>
              <a:ext cx="560784" cy="924988"/>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6" name="Google Shape;1166;p39"/>
            <p:cNvSpPr/>
            <p:nvPr/>
          </p:nvSpPr>
          <p:spPr>
            <a:xfrm>
              <a:off x="3003630" y="2329937"/>
              <a:ext cx="269949" cy="266432"/>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7" name="Google Shape;1167;p39"/>
            <p:cNvSpPr/>
            <p:nvPr/>
          </p:nvSpPr>
          <p:spPr>
            <a:xfrm>
              <a:off x="3003613" y="2807213"/>
              <a:ext cx="166095" cy="27398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68" name="Google Shape;1168;p39"/>
            <p:cNvGrpSpPr/>
            <p:nvPr/>
          </p:nvGrpSpPr>
          <p:grpSpPr>
            <a:xfrm>
              <a:off x="713221" y="1546974"/>
              <a:ext cx="1380702" cy="2411461"/>
              <a:chOff x="713221" y="1546974"/>
              <a:chExt cx="1380702" cy="2411461"/>
            </a:xfrm>
          </p:grpSpPr>
          <p:sp>
            <p:nvSpPr>
              <p:cNvPr id="1169" name="Google Shape;1169;p39"/>
              <p:cNvSpPr/>
              <p:nvPr/>
            </p:nvSpPr>
            <p:spPr>
              <a:xfrm flipH="1">
                <a:off x="1210219" y="1617779"/>
                <a:ext cx="451384" cy="297518"/>
              </a:xfrm>
              <a:custGeom>
                <a:rect b="b" l="l" r="r" t="t"/>
                <a:pathLst>
                  <a:path extrusionOk="0" h="334" w="506">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0" name="Google Shape;1170;p39"/>
              <p:cNvSpPr/>
              <p:nvPr/>
            </p:nvSpPr>
            <p:spPr>
              <a:xfrm flipH="1">
                <a:off x="892277" y="2443613"/>
                <a:ext cx="815622" cy="1284027"/>
              </a:xfrm>
              <a:custGeom>
                <a:rect b="b" l="l" r="r" t="t"/>
                <a:pathLst>
                  <a:path extrusionOk="0" h="1439" w="914">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1" name="Google Shape;1171;p39"/>
              <p:cNvSpPr/>
              <p:nvPr/>
            </p:nvSpPr>
            <p:spPr>
              <a:xfrm flipH="1">
                <a:off x="1228602" y="1913255"/>
                <a:ext cx="425511" cy="571206"/>
              </a:xfrm>
              <a:custGeom>
                <a:rect b="b" l="l" r="r" t="t"/>
                <a:pathLst>
                  <a:path extrusionOk="0" h="641" w="477">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2" name="Google Shape;1172;p39"/>
              <p:cNvSpPr/>
              <p:nvPr/>
            </p:nvSpPr>
            <p:spPr>
              <a:xfrm flipH="1">
                <a:off x="738412" y="3639812"/>
                <a:ext cx="309092" cy="272328"/>
              </a:xfrm>
              <a:custGeom>
                <a:rect b="b" l="l" r="r" t="t"/>
                <a:pathLst>
                  <a:path extrusionOk="0" h="305" w="347">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3" name="Google Shape;1173;p39"/>
              <p:cNvSpPr/>
              <p:nvPr/>
            </p:nvSpPr>
            <p:spPr>
              <a:xfrm flipH="1">
                <a:off x="713221" y="3728319"/>
                <a:ext cx="332921" cy="230117"/>
              </a:xfrm>
              <a:custGeom>
                <a:rect b="b" l="l" r="r" t="t"/>
                <a:pathLst>
                  <a:path extrusionOk="0" h="258" w="373">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4" name="Google Shape;1174;p39"/>
              <p:cNvSpPr/>
              <p:nvPr/>
            </p:nvSpPr>
            <p:spPr>
              <a:xfrm flipH="1">
                <a:off x="1374978" y="3639812"/>
                <a:ext cx="312496" cy="272328"/>
              </a:xfrm>
              <a:custGeom>
                <a:rect b="b" l="l" r="r" t="t"/>
                <a:pathLst>
                  <a:path extrusionOk="0" h="305" w="35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5" name="Google Shape;1175;p39"/>
              <p:cNvSpPr/>
              <p:nvPr/>
            </p:nvSpPr>
            <p:spPr>
              <a:xfrm flipH="1">
                <a:off x="1377021" y="3728319"/>
                <a:ext cx="332239" cy="230117"/>
              </a:xfrm>
              <a:custGeom>
                <a:rect b="b" l="l" r="r" t="t"/>
                <a:pathLst>
                  <a:path extrusionOk="0" h="258" w="373">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6" name="Google Shape;1176;p39"/>
              <p:cNvSpPr/>
              <p:nvPr/>
            </p:nvSpPr>
            <p:spPr>
              <a:xfrm flipH="1">
                <a:off x="835768" y="1991549"/>
                <a:ext cx="548060" cy="518785"/>
              </a:xfrm>
              <a:custGeom>
                <a:rect b="b" l="l" r="r" t="t"/>
                <a:pathLst>
                  <a:path extrusionOk="0" h="582" w="615">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7" name="Google Shape;1177;p39"/>
              <p:cNvSpPr/>
              <p:nvPr/>
            </p:nvSpPr>
            <p:spPr>
              <a:xfrm flipH="1">
                <a:off x="1041376" y="2250941"/>
                <a:ext cx="184502" cy="54466"/>
              </a:xfrm>
              <a:custGeom>
                <a:rect b="b" l="l" r="r" t="t"/>
                <a:pathLst>
                  <a:path extrusionOk="0" h="80" w="271">
                    <a:moveTo>
                      <a:pt x="0" y="0"/>
                    </a:moveTo>
                    <a:lnTo>
                      <a:pt x="5" y="68"/>
                    </a:lnTo>
                    <a:lnTo>
                      <a:pt x="271" y="80"/>
                    </a:lnTo>
                    <a:lnTo>
                      <a:pt x="0" y="0"/>
                    </a:lnTo>
                    <a:close/>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8" name="Google Shape;1178;p39"/>
              <p:cNvSpPr/>
              <p:nvPr/>
            </p:nvSpPr>
            <p:spPr>
              <a:xfrm flipH="1">
                <a:off x="1585351" y="1969082"/>
                <a:ext cx="395556" cy="444575"/>
              </a:xfrm>
              <a:custGeom>
                <a:rect b="b" l="l" r="r" t="t"/>
                <a:pathLst>
                  <a:path extrusionOk="0" h="498" w="443">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9" name="Google Shape;1179;p39"/>
              <p:cNvSpPr/>
              <p:nvPr/>
            </p:nvSpPr>
            <p:spPr>
              <a:xfrm flipH="1">
                <a:off x="1950270" y="1940487"/>
                <a:ext cx="111654" cy="141611"/>
              </a:xfrm>
              <a:custGeom>
                <a:rect b="b" l="l" r="r" t="t"/>
                <a:pathLst>
                  <a:path extrusionOk="0" h="159" w="125">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0" name="Google Shape;1180;p39"/>
              <p:cNvSpPr/>
              <p:nvPr/>
            </p:nvSpPr>
            <p:spPr>
              <a:xfrm flipH="1">
                <a:off x="1997246" y="2075290"/>
                <a:ext cx="33360" cy="2723"/>
              </a:xfrm>
              <a:custGeom>
                <a:rect b="b" l="l" r="r" t="t"/>
                <a:pathLst>
                  <a:path extrusionOk="0" h="3" w="37">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1" name="Google Shape;1181;p39"/>
              <p:cNvSpPr/>
              <p:nvPr/>
            </p:nvSpPr>
            <p:spPr>
              <a:xfrm flipH="1">
                <a:off x="1957759" y="2005846"/>
                <a:ext cx="99400" cy="72167"/>
              </a:xfrm>
              <a:custGeom>
                <a:rect b="b" l="l" r="r" t="t"/>
                <a:pathLst>
                  <a:path extrusionOk="0" h="81" w="112">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2" name="Google Shape;1182;p39"/>
              <p:cNvSpPr/>
              <p:nvPr/>
            </p:nvSpPr>
            <p:spPr>
              <a:xfrm flipH="1">
                <a:off x="2004736" y="1871725"/>
                <a:ext cx="5447" cy="49019"/>
              </a:xfrm>
              <a:custGeom>
                <a:rect b="b" l="l" r="r" t="t"/>
                <a:pathLst>
                  <a:path extrusionOk="0" h="72" w="8">
                    <a:moveTo>
                      <a:pt x="8" y="0"/>
                    </a:moveTo>
                    <a:lnTo>
                      <a:pt x="0" y="72"/>
                    </a:lnTo>
                    <a:lnTo>
                      <a:pt x="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1183" name="Google Shape;1183;p39"/>
              <p:cNvCxnSpPr/>
              <p:nvPr/>
            </p:nvCxnSpPr>
            <p:spPr>
              <a:xfrm>
                <a:off x="2004736" y="1871725"/>
                <a:ext cx="5400" cy="48900"/>
              </a:xfrm>
              <a:prstGeom prst="straightConnector1">
                <a:avLst/>
              </a:prstGeom>
              <a:noFill/>
              <a:ln>
                <a:noFill/>
              </a:ln>
            </p:spPr>
          </p:cxnSp>
          <p:sp>
            <p:nvSpPr>
              <p:cNvPr id="1184" name="Google Shape;1184;p39"/>
              <p:cNvSpPr/>
              <p:nvPr/>
            </p:nvSpPr>
            <p:spPr>
              <a:xfrm flipH="1">
                <a:off x="1995204" y="1871044"/>
                <a:ext cx="24510" cy="51742"/>
              </a:xfrm>
              <a:custGeom>
                <a:rect b="b" l="l" r="r" t="t"/>
                <a:pathLst>
                  <a:path extrusionOk="0" h="76" w="36">
                    <a:moveTo>
                      <a:pt x="27" y="76"/>
                    </a:moveTo>
                    <a:lnTo>
                      <a:pt x="0" y="72"/>
                    </a:lnTo>
                    <a:lnTo>
                      <a:pt x="9" y="0"/>
                    </a:lnTo>
                    <a:lnTo>
                      <a:pt x="36" y="3"/>
                    </a:lnTo>
                    <a:lnTo>
                      <a:pt x="27" y="7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5" name="Google Shape;1185;p39"/>
              <p:cNvSpPr/>
              <p:nvPr/>
            </p:nvSpPr>
            <p:spPr>
              <a:xfrm flipH="1">
                <a:off x="1987034" y="1905085"/>
                <a:ext cx="61274" cy="160673"/>
              </a:xfrm>
              <a:custGeom>
                <a:rect b="b" l="l" r="r" t="t"/>
                <a:pathLst>
                  <a:path extrusionOk="0" h="180" w="69">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6" name="Google Shape;1186;p39"/>
              <p:cNvSpPr/>
              <p:nvPr/>
            </p:nvSpPr>
            <p:spPr>
              <a:xfrm flipH="1">
                <a:off x="1913506" y="1664075"/>
                <a:ext cx="161354" cy="202203"/>
              </a:xfrm>
              <a:custGeom>
                <a:rect b="b" l="l" r="r" t="t"/>
                <a:pathLst>
                  <a:path extrusionOk="0" h="227" w="181">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7" name="Google Shape;1187;p39"/>
              <p:cNvSpPr/>
              <p:nvPr/>
            </p:nvSpPr>
            <p:spPr>
              <a:xfrm flipH="1">
                <a:off x="1896486" y="1640246"/>
                <a:ext cx="197438" cy="255987"/>
              </a:xfrm>
              <a:custGeom>
                <a:rect b="b" l="l" r="r" t="t"/>
                <a:pathLst>
                  <a:path extrusionOk="0" h="287" w="221">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8" name="Google Shape;1188;p39"/>
              <p:cNvSpPr/>
              <p:nvPr/>
            </p:nvSpPr>
            <p:spPr>
              <a:xfrm flipH="1">
                <a:off x="1989757" y="1937083"/>
                <a:ext cx="101442" cy="123228"/>
              </a:xfrm>
              <a:custGeom>
                <a:rect b="b" l="l" r="r" t="t"/>
                <a:pathLst>
                  <a:path extrusionOk="0" h="138" w="114">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9" name="Google Shape;1189;p39"/>
              <p:cNvSpPr/>
              <p:nvPr/>
            </p:nvSpPr>
            <p:spPr>
              <a:xfrm flipH="1">
                <a:off x="1938015" y="1908489"/>
                <a:ext cx="118462" cy="117101"/>
              </a:xfrm>
              <a:custGeom>
                <a:rect b="b" l="l" r="r" t="t"/>
                <a:pathLst>
                  <a:path extrusionOk="0" h="131" w="133">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0" name="Google Shape;1190;p39"/>
              <p:cNvSpPr/>
              <p:nvPr/>
            </p:nvSpPr>
            <p:spPr>
              <a:xfrm flipH="1">
                <a:off x="1980907" y="2003804"/>
                <a:ext cx="15659" cy="13616"/>
              </a:xfrm>
              <a:custGeom>
                <a:rect b="b" l="l" r="r" t="t"/>
                <a:pathLst>
                  <a:path extrusionOk="0" h="15" w="18">
                    <a:moveTo>
                      <a:pt x="1" y="0"/>
                    </a:moveTo>
                    <a:cubicBezTo>
                      <a:pt x="1" y="1"/>
                      <a:pt x="1" y="2"/>
                      <a:pt x="0" y="2"/>
                    </a:cubicBezTo>
                    <a:cubicBezTo>
                      <a:pt x="1" y="3"/>
                      <a:pt x="2" y="4"/>
                      <a:pt x="3" y="6"/>
                    </a:cubicBezTo>
                    <a:cubicBezTo>
                      <a:pt x="7" y="10"/>
                      <a:pt x="12" y="13"/>
                      <a:pt x="18" y="15"/>
                    </a:cubicBezTo>
                    <a:cubicBezTo>
                      <a:pt x="18" y="15"/>
                      <a:pt x="18" y="15"/>
                      <a:pt x="18" y="15"/>
                    </a:cubicBezTo>
                    <a:cubicBezTo>
                      <a:pt x="14" y="13"/>
                      <a:pt x="12" y="11"/>
                      <a:pt x="9" y="9"/>
                    </a:cubicBezTo>
                    <a:cubicBezTo>
                      <a:pt x="7" y="8"/>
                      <a:pt x="6" y="6"/>
                      <a:pt x="4" y="4"/>
                    </a:cubicBezTo>
                    <a:cubicBezTo>
                      <a:pt x="4" y="4"/>
                      <a:pt x="4" y="4"/>
                      <a:pt x="3" y="3"/>
                    </a:cubicBezTo>
                    <a:cubicBezTo>
                      <a:pt x="3" y="2"/>
                      <a:pt x="2" y="1"/>
                      <a:pt x="1" y="0"/>
                    </a:cubicBezTo>
                  </a:path>
                </a:pathLst>
              </a:custGeom>
              <a:solidFill>
                <a:srgbClr val="FF64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1" name="Google Shape;1191;p39"/>
              <p:cNvSpPr/>
              <p:nvPr/>
            </p:nvSpPr>
            <p:spPr>
              <a:xfrm flipH="1">
                <a:off x="1995885" y="1954785"/>
                <a:ext cx="60593" cy="51061"/>
              </a:xfrm>
              <a:custGeom>
                <a:rect b="b" l="l" r="r" t="t"/>
                <a:pathLst>
                  <a:path extrusionOk="0" h="57" w="68">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2" name="Google Shape;1192;p39"/>
              <p:cNvSpPr/>
              <p:nvPr/>
            </p:nvSpPr>
            <p:spPr>
              <a:xfrm flipH="1">
                <a:off x="1980907" y="1954785"/>
                <a:ext cx="75571" cy="62635"/>
              </a:xfrm>
              <a:custGeom>
                <a:rect b="b" l="l" r="r" t="t"/>
                <a:pathLst>
                  <a:path extrusionOk="0" h="70" w="85">
                    <a:moveTo>
                      <a:pt x="76" y="64"/>
                    </a:moveTo>
                    <a:cubicBezTo>
                      <a:pt x="79" y="66"/>
                      <a:pt x="81" y="68"/>
                      <a:pt x="85" y="70"/>
                    </a:cubicBezTo>
                    <a:cubicBezTo>
                      <a:pt x="82" y="68"/>
                      <a:pt x="79" y="66"/>
                      <a:pt x="76" y="64"/>
                    </a:cubicBezTo>
                    <a:moveTo>
                      <a:pt x="0" y="0"/>
                    </a:moveTo>
                    <a:cubicBezTo>
                      <a:pt x="0" y="0"/>
                      <a:pt x="0" y="0"/>
                      <a:pt x="0" y="0"/>
                    </a:cubicBezTo>
                    <a:cubicBezTo>
                      <a:pt x="3" y="14"/>
                      <a:pt x="15" y="22"/>
                      <a:pt x="29" y="22"/>
                    </a:cubicBezTo>
                    <a:cubicBezTo>
                      <a:pt x="40" y="22"/>
                      <a:pt x="51" y="17"/>
                      <a:pt x="61" y="9"/>
                    </a:cubicBezTo>
                    <a:cubicBezTo>
                      <a:pt x="61" y="9"/>
                      <a:pt x="53" y="34"/>
                      <a:pt x="68" y="55"/>
                    </a:cubicBezTo>
                    <a:cubicBezTo>
                      <a:pt x="69" y="56"/>
                      <a:pt x="70" y="57"/>
                      <a:pt x="70" y="58"/>
                    </a:cubicBezTo>
                    <a:cubicBezTo>
                      <a:pt x="56" y="40"/>
                      <a:pt x="61" y="17"/>
                      <a:pt x="63" y="11"/>
                    </a:cubicBezTo>
                    <a:cubicBezTo>
                      <a:pt x="64" y="6"/>
                      <a:pt x="64" y="6"/>
                      <a:pt x="64" y="6"/>
                    </a:cubicBezTo>
                    <a:cubicBezTo>
                      <a:pt x="59" y="9"/>
                      <a:pt x="59" y="9"/>
                      <a:pt x="59" y="9"/>
                    </a:cubicBezTo>
                    <a:cubicBezTo>
                      <a:pt x="54" y="11"/>
                      <a:pt x="49" y="14"/>
                      <a:pt x="43" y="16"/>
                    </a:cubicBezTo>
                    <a:cubicBezTo>
                      <a:pt x="37" y="18"/>
                      <a:pt x="32" y="19"/>
                      <a:pt x="26" y="19"/>
                    </a:cubicBezTo>
                    <a:cubicBezTo>
                      <a:pt x="26" y="19"/>
                      <a:pt x="25" y="19"/>
                      <a:pt x="25" y="19"/>
                    </a:cubicBezTo>
                    <a:cubicBezTo>
                      <a:pt x="20" y="19"/>
                      <a:pt x="14" y="18"/>
                      <a:pt x="9" y="14"/>
                    </a:cubicBezTo>
                    <a:cubicBezTo>
                      <a:pt x="5" y="11"/>
                      <a:pt x="1" y="6"/>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3" name="Google Shape;1193;p39"/>
              <p:cNvSpPr/>
              <p:nvPr/>
            </p:nvSpPr>
            <p:spPr>
              <a:xfrm flipH="1">
                <a:off x="2008820" y="2029675"/>
                <a:ext cx="53785" cy="10893"/>
              </a:xfrm>
              <a:custGeom>
                <a:rect b="b" l="l" r="r" t="t"/>
                <a:pathLst>
                  <a:path extrusionOk="0" h="12" w="6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4" name="Google Shape;1194;p39"/>
              <p:cNvSpPr/>
              <p:nvPr/>
            </p:nvSpPr>
            <p:spPr>
              <a:xfrm flipH="1">
                <a:off x="1998608" y="2000399"/>
                <a:ext cx="63316" cy="10893"/>
              </a:xfrm>
              <a:custGeom>
                <a:rect b="b" l="l" r="r" t="t"/>
                <a:pathLst>
                  <a:path extrusionOk="0" h="12" w="71">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5" name="Google Shape;1195;p39"/>
              <p:cNvSpPr/>
              <p:nvPr/>
            </p:nvSpPr>
            <p:spPr>
              <a:xfrm flipH="1">
                <a:off x="2004736" y="1974528"/>
                <a:ext cx="51742" cy="14297"/>
              </a:xfrm>
              <a:custGeom>
                <a:rect b="b" l="l" r="r" t="t"/>
                <a:pathLst>
                  <a:path extrusionOk="0" h="16" w="58">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6" name="Google Shape;1196;p39"/>
              <p:cNvSpPr/>
              <p:nvPr/>
            </p:nvSpPr>
            <p:spPr>
              <a:xfrm flipH="1">
                <a:off x="2004736" y="1983379"/>
                <a:ext cx="681" cy="5447"/>
              </a:xfrm>
              <a:custGeom>
                <a:rect b="b" l="l" r="r" t="t"/>
                <a:pathLst>
                  <a:path extrusionOk="0" h="6" w="1">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7" name="Google Shape;1197;p39"/>
              <p:cNvSpPr/>
              <p:nvPr/>
            </p:nvSpPr>
            <p:spPr>
              <a:xfrm flipH="1">
                <a:off x="1583990" y="1959550"/>
                <a:ext cx="411214" cy="510615"/>
              </a:xfrm>
              <a:custGeom>
                <a:rect b="b" l="l" r="r" t="t"/>
                <a:pathLst>
                  <a:path extrusionOk="0" h="573" w="461">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8" name="Google Shape;1198;p39"/>
              <p:cNvSpPr/>
              <p:nvPr/>
            </p:nvSpPr>
            <p:spPr>
              <a:xfrm flipH="1">
                <a:off x="1625519" y="2133159"/>
                <a:ext cx="66040" cy="290029"/>
              </a:xfrm>
              <a:custGeom>
                <a:rect b="b" l="l" r="r" t="t"/>
                <a:pathLst>
                  <a:path extrusionOk="0" h="325" w="74">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9" name="Google Shape;1199;p39"/>
              <p:cNvSpPr/>
              <p:nvPr/>
            </p:nvSpPr>
            <p:spPr>
              <a:xfrm flipH="1">
                <a:off x="1228602" y="1913255"/>
                <a:ext cx="442532" cy="590271"/>
              </a:xfrm>
              <a:custGeom>
                <a:rect b="b" l="l" r="r" t="t"/>
                <a:pathLst>
                  <a:path extrusionOk="0" h="662" w="496">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0" name="Google Shape;1200;p39"/>
              <p:cNvSpPr/>
              <p:nvPr/>
            </p:nvSpPr>
            <p:spPr>
              <a:xfrm flipH="1">
                <a:off x="885470" y="2443613"/>
                <a:ext cx="822429" cy="1230922"/>
              </a:xfrm>
              <a:custGeom>
                <a:rect b="b" l="l" r="r" t="t"/>
                <a:pathLst>
                  <a:path extrusionOk="0" h="1380" w="922">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1" name="Google Shape;1201;p39"/>
              <p:cNvSpPr/>
              <p:nvPr/>
            </p:nvSpPr>
            <p:spPr>
              <a:xfrm flipH="1">
                <a:off x="1392679" y="1810451"/>
                <a:ext cx="125271" cy="239648"/>
              </a:xfrm>
              <a:custGeom>
                <a:rect b="b" l="l" r="r" t="t"/>
                <a:pathLst>
                  <a:path extrusionOk="0" h="269" w="14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2" name="Google Shape;1202;p39"/>
              <p:cNvSpPr/>
              <p:nvPr/>
            </p:nvSpPr>
            <p:spPr>
              <a:xfrm>
                <a:off x="1392679" y="1839726"/>
                <a:ext cx="0" cy="22467"/>
              </a:xfrm>
              <a:custGeom>
                <a:rect b="b" l="l" r="r" t="t"/>
                <a:pathLst>
                  <a:path extrusionOk="0" h="25" w="12000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3" name="Google Shape;1203;p39"/>
              <p:cNvSpPr/>
              <p:nvPr/>
            </p:nvSpPr>
            <p:spPr>
              <a:xfrm flipH="1">
                <a:off x="1392679" y="1839726"/>
                <a:ext cx="117101" cy="61274"/>
              </a:xfrm>
              <a:custGeom>
                <a:rect b="b" l="l" r="r" t="t"/>
                <a:pathLst>
                  <a:path extrusionOk="0" h="69" w="131">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4" name="Google Shape;1204;p39"/>
              <p:cNvSpPr/>
              <p:nvPr/>
            </p:nvSpPr>
            <p:spPr>
              <a:xfrm flipH="1">
                <a:off x="1351149" y="1610290"/>
                <a:ext cx="240330" cy="294795"/>
              </a:xfrm>
              <a:custGeom>
                <a:rect b="b" l="l" r="r" t="t"/>
                <a:pathLst>
                  <a:path extrusionOk="0" h="330" w="27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5" name="Google Shape;1205;p39"/>
              <p:cNvSpPr/>
              <p:nvPr/>
            </p:nvSpPr>
            <p:spPr>
              <a:xfrm flipH="1">
                <a:off x="1406976" y="1777091"/>
                <a:ext cx="43572" cy="21786"/>
              </a:xfrm>
              <a:custGeom>
                <a:rect b="b" l="l" r="r" t="t"/>
                <a:pathLst>
                  <a:path extrusionOk="0" h="24" w="49">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6" name="Google Shape;1206;p39"/>
              <p:cNvSpPr/>
              <p:nvPr/>
            </p:nvSpPr>
            <p:spPr>
              <a:xfrm flipH="1">
                <a:off x="1575819" y="1760070"/>
                <a:ext cx="15659" cy="17020"/>
              </a:xfrm>
              <a:custGeom>
                <a:rect b="b" l="l" r="r" t="t"/>
                <a:pathLst>
                  <a:path extrusionOk="0" h="19" w="18">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7" name="Google Shape;1207;p39"/>
              <p:cNvSpPr/>
              <p:nvPr/>
            </p:nvSpPr>
            <p:spPr>
              <a:xfrm flipH="1">
                <a:off x="1542459" y="1736923"/>
                <a:ext cx="25191" cy="44934"/>
              </a:xfrm>
              <a:custGeom>
                <a:rect b="b" l="l" r="r" t="t"/>
                <a:pathLst>
                  <a:path extrusionOk="0" h="50" w="28">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8" name="Google Shape;1208;p39"/>
              <p:cNvSpPr/>
              <p:nvPr/>
            </p:nvSpPr>
            <p:spPr>
              <a:xfrm flipH="1">
                <a:off x="1437613" y="1681095"/>
                <a:ext cx="61274" cy="64678"/>
              </a:xfrm>
              <a:custGeom>
                <a:rect b="b" l="l" r="r" t="t"/>
                <a:pathLst>
                  <a:path extrusionOk="0" h="73" w="69">
                    <a:moveTo>
                      <a:pt x="0" y="45"/>
                    </a:moveTo>
                    <a:cubicBezTo>
                      <a:pt x="0" y="45"/>
                      <a:pt x="41" y="31"/>
                      <a:pt x="69" y="73"/>
                    </a:cubicBezTo>
                    <a:cubicBezTo>
                      <a:pt x="69" y="73"/>
                      <a:pt x="42" y="0"/>
                      <a:pt x="0" y="4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9" name="Google Shape;1209;p39"/>
              <p:cNvSpPr/>
              <p:nvPr/>
            </p:nvSpPr>
            <p:spPr>
              <a:xfrm flipH="1">
                <a:off x="1536332" y="1684499"/>
                <a:ext cx="49019" cy="48338"/>
              </a:xfrm>
              <a:custGeom>
                <a:rect b="b" l="l" r="r" t="t"/>
                <a:pathLst>
                  <a:path extrusionOk="0" h="54" w="55">
                    <a:moveTo>
                      <a:pt x="55" y="38"/>
                    </a:moveTo>
                    <a:cubicBezTo>
                      <a:pt x="55" y="38"/>
                      <a:pt x="23" y="25"/>
                      <a:pt x="0" y="54"/>
                    </a:cubicBezTo>
                    <a:cubicBezTo>
                      <a:pt x="0" y="54"/>
                      <a:pt x="26" y="0"/>
                      <a:pt x="55"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0" name="Google Shape;1210;p39"/>
              <p:cNvSpPr/>
              <p:nvPr/>
            </p:nvSpPr>
            <p:spPr>
              <a:xfrm flipH="1">
                <a:off x="1464165" y="1808408"/>
                <a:ext cx="87145" cy="25871"/>
              </a:xfrm>
              <a:custGeom>
                <a:rect b="b" l="l" r="r" t="t"/>
                <a:pathLst>
                  <a:path extrusionOk="0" h="29" w="98">
                    <a:moveTo>
                      <a:pt x="31" y="25"/>
                    </a:moveTo>
                    <a:cubicBezTo>
                      <a:pt x="35" y="26"/>
                      <a:pt x="39" y="27"/>
                      <a:pt x="43" y="27"/>
                    </a:cubicBezTo>
                    <a:cubicBezTo>
                      <a:pt x="61" y="29"/>
                      <a:pt x="79" y="22"/>
                      <a:pt x="97" y="6"/>
                    </a:cubicBezTo>
                    <a:cubicBezTo>
                      <a:pt x="98" y="6"/>
                      <a:pt x="98" y="4"/>
                      <a:pt x="98" y="4"/>
                    </a:cubicBezTo>
                    <a:cubicBezTo>
                      <a:pt x="97" y="3"/>
                      <a:pt x="96" y="3"/>
                      <a:pt x="95" y="3"/>
                    </a:cubicBezTo>
                    <a:cubicBezTo>
                      <a:pt x="78" y="18"/>
                      <a:pt x="61" y="25"/>
                      <a:pt x="44" y="23"/>
                    </a:cubicBezTo>
                    <a:cubicBezTo>
                      <a:pt x="19" y="21"/>
                      <a:pt x="4" y="2"/>
                      <a:pt x="4" y="1"/>
                    </a:cubicBezTo>
                    <a:cubicBezTo>
                      <a:pt x="3" y="0"/>
                      <a:pt x="2" y="0"/>
                      <a:pt x="1" y="1"/>
                    </a:cubicBezTo>
                    <a:cubicBezTo>
                      <a:pt x="0" y="2"/>
                      <a:pt x="0" y="3"/>
                      <a:pt x="1" y="4"/>
                    </a:cubicBezTo>
                    <a:cubicBezTo>
                      <a:pt x="1" y="4"/>
                      <a:pt x="12" y="19"/>
                      <a:pt x="31" y="25"/>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1" name="Google Shape;1211;p39"/>
              <p:cNvSpPr/>
              <p:nvPr/>
            </p:nvSpPr>
            <p:spPr>
              <a:xfrm flipH="1">
                <a:off x="1302130" y="1721264"/>
                <a:ext cx="66040" cy="129356"/>
              </a:xfrm>
              <a:custGeom>
                <a:rect b="b" l="l" r="r" t="t"/>
                <a:pathLst>
                  <a:path extrusionOk="0" h="145" w="74">
                    <a:moveTo>
                      <a:pt x="4" y="41"/>
                    </a:moveTo>
                    <a:cubicBezTo>
                      <a:pt x="4" y="41"/>
                      <a:pt x="21" y="0"/>
                      <a:pt x="48" y="3"/>
                    </a:cubicBezTo>
                    <a:cubicBezTo>
                      <a:pt x="74" y="6"/>
                      <a:pt x="58" y="145"/>
                      <a:pt x="0" y="85"/>
                    </a:cubicBezTo>
                    <a:lnTo>
                      <a:pt x="4" y="41"/>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2" name="Google Shape;1212;p39"/>
              <p:cNvSpPr/>
              <p:nvPr/>
            </p:nvSpPr>
            <p:spPr>
              <a:xfrm flipH="1">
                <a:off x="1328001" y="1751220"/>
                <a:ext cx="33360" cy="27233"/>
              </a:xfrm>
              <a:custGeom>
                <a:rect b="b" l="l" r="r" t="t"/>
                <a:pathLst>
                  <a:path extrusionOk="0" h="30" w="38">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3" name="Google Shape;1213;p39"/>
              <p:cNvSpPr/>
              <p:nvPr/>
            </p:nvSpPr>
            <p:spPr>
              <a:xfrm flipH="1">
                <a:off x="1306215" y="1546974"/>
                <a:ext cx="307050" cy="194714"/>
              </a:xfrm>
              <a:custGeom>
                <a:rect b="b" l="l" r="r" t="t"/>
                <a:pathLst>
                  <a:path extrusionOk="0" h="218" w="344">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4" name="Google Shape;1214;p39"/>
              <p:cNvSpPr/>
              <p:nvPr/>
            </p:nvSpPr>
            <p:spPr>
              <a:xfrm flipH="1">
                <a:off x="1161882" y="2299279"/>
                <a:ext cx="39487" cy="211054"/>
              </a:xfrm>
              <a:custGeom>
                <a:rect b="b" l="l" r="r" t="t"/>
                <a:pathLst>
                  <a:path extrusionOk="0" h="237" w="44">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5" name="Google Shape;1215;p39"/>
              <p:cNvSpPr/>
              <p:nvPr/>
            </p:nvSpPr>
            <p:spPr>
              <a:xfrm flipH="1">
                <a:off x="1202050" y="2133840"/>
                <a:ext cx="322709" cy="447298"/>
              </a:xfrm>
              <a:custGeom>
                <a:rect b="b" l="l" r="r" t="t"/>
                <a:pathLst>
                  <a:path extrusionOk="0" h="501" w="362">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6" name="Google Shape;1216;p39"/>
              <p:cNvSpPr/>
              <p:nvPr/>
            </p:nvSpPr>
            <p:spPr>
              <a:xfrm flipH="1">
                <a:off x="1328007" y="2250941"/>
                <a:ext cx="70800" cy="72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7" name="Google Shape;1217;p39"/>
              <p:cNvSpPr/>
              <p:nvPr/>
            </p:nvSpPr>
            <p:spPr>
              <a:xfrm flipH="1">
                <a:off x="1153711" y="2244133"/>
                <a:ext cx="171567" cy="204927"/>
              </a:xfrm>
              <a:custGeom>
                <a:rect b="b" l="l" r="r" t="t"/>
                <a:pathLst>
                  <a:path extrusionOk="0" h="230" w="192">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8" name="Google Shape;1218;p39"/>
              <p:cNvSpPr/>
              <p:nvPr/>
            </p:nvSpPr>
            <p:spPr>
              <a:xfrm flipH="1">
                <a:off x="1464846" y="1736923"/>
                <a:ext cx="27233" cy="47657"/>
              </a:xfrm>
              <a:custGeom>
                <a:rect b="b" l="l" r="r" t="t"/>
                <a:pathLst>
                  <a:path extrusionOk="0" h="53" w="3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19" name="Google Shape;1219;p39"/>
            <p:cNvGrpSpPr/>
            <p:nvPr/>
          </p:nvGrpSpPr>
          <p:grpSpPr>
            <a:xfrm>
              <a:off x="1880948" y="2504669"/>
              <a:ext cx="959226" cy="675313"/>
              <a:chOff x="4768936" y="2201894"/>
              <a:chExt cx="959226" cy="675313"/>
            </a:xfrm>
          </p:grpSpPr>
          <p:sp>
            <p:nvSpPr>
              <p:cNvPr id="1220" name="Google Shape;1220;p39"/>
              <p:cNvSpPr/>
              <p:nvPr/>
            </p:nvSpPr>
            <p:spPr>
              <a:xfrm>
                <a:off x="4768936" y="2201894"/>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1" name="Google Shape;1221;p39"/>
              <p:cNvSpPr/>
              <p:nvPr/>
            </p:nvSpPr>
            <p:spPr>
              <a:xfrm>
                <a:off x="4874390" y="2238397"/>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2" name="Google Shape;1222;p39"/>
              <p:cNvSpPr/>
              <p:nvPr/>
            </p:nvSpPr>
            <p:spPr>
              <a:xfrm>
                <a:off x="5109633" y="2384410"/>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3" name="Google Shape;1223;p39"/>
              <p:cNvSpPr/>
              <p:nvPr/>
            </p:nvSpPr>
            <p:spPr>
              <a:xfrm>
                <a:off x="5229284" y="2467556"/>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4" name="Google Shape;1224;p39"/>
              <p:cNvSpPr/>
              <p:nvPr/>
            </p:nvSpPr>
            <p:spPr>
              <a:xfrm>
                <a:off x="5355017" y="231546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5" name="Google Shape;1225;p39"/>
              <p:cNvSpPr/>
              <p:nvPr/>
            </p:nvSpPr>
            <p:spPr>
              <a:xfrm>
                <a:off x="5478722" y="2386438"/>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6" name="Google Shape;1226;p39"/>
              <p:cNvSpPr/>
              <p:nvPr/>
            </p:nvSpPr>
            <p:spPr>
              <a:xfrm>
                <a:off x="5604456" y="2222173"/>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7" name="Google Shape;1227;p39"/>
              <p:cNvSpPr/>
              <p:nvPr/>
            </p:nvSpPr>
            <p:spPr>
              <a:xfrm>
                <a:off x="4856139" y="254867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8" name="Google Shape;1228;p39"/>
              <p:cNvSpPr/>
              <p:nvPr/>
            </p:nvSpPr>
            <p:spPr>
              <a:xfrm>
                <a:off x="4848027" y="2635878"/>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9" name="Google Shape;1229;p39"/>
              <p:cNvSpPr/>
              <p:nvPr/>
            </p:nvSpPr>
            <p:spPr>
              <a:xfrm>
                <a:off x="4971732" y="2564899"/>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0" name="Google Shape;1230;p39"/>
              <p:cNvSpPr/>
              <p:nvPr/>
            </p:nvSpPr>
            <p:spPr>
              <a:xfrm>
                <a:off x="5093410" y="2491892"/>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1" name="Google Shape;1231;p39"/>
              <p:cNvSpPr/>
              <p:nvPr/>
            </p:nvSpPr>
            <p:spPr>
              <a:xfrm>
                <a:off x="5219143" y="2548675"/>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2" name="Google Shape;1232;p39"/>
              <p:cNvSpPr/>
              <p:nvPr/>
            </p:nvSpPr>
            <p:spPr>
              <a:xfrm>
                <a:off x="5342849" y="2418885"/>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3" name="Google Shape;1233;p39"/>
              <p:cNvSpPr/>
              <p:nvPr/>
            </p:nvSpPr>
            <p:spPr>
              <a:xfrm>
                <a:off x="5464527" y="2479724"/>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4" name="Google Shape;1234;p39"/>
              <p:cNvSpPr/>
              <p:nvPr/>
            </p:nvSpPr>
            <p:spPr>
              <a:xfrm>
                <a:off x="5588232" y="2329655"/>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40"/>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Target dan Fitur</a:t>
            </a:r>
            <a:endParaRPr/>
          </a:p>
        </p:txBody>
      </p:sp>
      <p:sp>
        <p:nvSpPr>
          <p:cNvPr id="1240" name="Google Shape;1240;p40"/>
          <p:cNvSpPr txBox="1"/>
          <p:nvPr>
            <p:ph idx="1" type="subTitle"/>
          </p:nvPr>
        </p:nvSpPr>
        <p:spPr>
          <a:xfrm>
            <a:off x="864775" y="1489575"/>
            <a:ext cx="7864800" cy="13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 = </a:t>
            </a:r>
            <a:r>
              <a:rPr lang="en"/>
              <a:t>'followers', 'Gain', 'user-reviews', 'twitch-viewers', 'players-playing', 'gain-pct', 'owners-estimation'</a:t>
            </a:r>
            <a:endParaRPr/>
          </a:p>
          <a:p>
            <a:pPr indent="0" lvl="0" marL="0" rtl="0" algn="l">
              <a:spcBef>
                <a:spcPts val="0"/>
              </a:spcBef>
              <a:spcAft>
                <a:spcPts val="0"/>
              </a:spcAft>
              <a:buNone/>
            </a:pPr>
            <a:r>
              <a:rPr lang="en"/>
              <a:t>y</a:t>
            </a:r>
            <a:r>
              <a:rPr lang="en"/>
              <a:t> = user-reviews</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4" name="Shape 1244"/>
        <p:cNvGrpSpPr/>
        <p:nvPr/>
      </p:nvGrpSpPr>
      <p:grpSpPr>
        <a:xfrm>
          <a:off x="0" y="0"/>
          <a:ext cx="0" cy="0"/>
          <a:chOff x="0" y="0"/>
          <a:chExt cx="0" cy="0"/>
        </a:xfrm>
      </p:grpSpPr>
      <p:sp>
        <p:nvSpPr>
          <p:cNvPr id="1245" name="Google Shape;1245;p41"/>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Models</a:t>
            </a:r>
            <a:endParaRPr/>
          </a:p>
        </p:txBody>
      </p:sp>
      <p:sp>
        <p:nvSpPr>
          <p:cNvPr id="1246" name="Google Shape;1246;p41"/>
          <p:cNvSpPr txBox="1"/>
          <p:nvPr>
            <p:ph idx="1" type="subTitle"/>
          </p:nvPr>
        </p:nvSpPr>
        <p:spPr>
          <a:xfrm>
            <a:off x="864775" y="1489575"/>
            <a:ext cx="7864800" cy="288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Membandingkan performa model:</a:t>
            </a:r>
            <a:endParaRPr/>
          </a:p>
          <a:p>
            <a:pPr indent="-330200" lvl="0" marL="457200" rtl="0" algn="l">
              <a:spcBef>
                <a:spcPts val="0"/>
              </a:spcBef>
              <a:spcAft>
                <a:spcPts val="0"/>
              </a:spcAft>
              <a:buSzPts val="1600"/>
              <a:buChar char="-"/>
            </a:pPr>
            <a:r>
              <a:rPr lang="en"/>
              <a:t>Linear Regression</a:t>
            </a:r>
            <a:endParaRPr/>
          </a:p>
          <a:p>
            <a:pPr indent="0" lvl="0" marL="457200" rtl="0" algn="l">
              <a:spcBef>
                <a:spcPts val="0"/>
              </a:spcBef>
              <a:spcAft>
                <a:spcPts val="0"/>
              </a:spcAft>
              <a:buNone/>
            </a:pPr>
            <a:r>
              <a:rPr lang="en"/>
              <a:t>Model yang digunakan untuk memodelkan hubungan antara variabel dependen (outcome variable) dan satu atau lebih independen variabel. Tujuan: menemukan garis lurus terbaik yang meminimalkan selisih antara nilai prediksi dan error.</a:t>
            </a:r>
            <a:endParaRPr/>
          </a:p>
          <a:p>
            <a:pPr indent="-330200" lvl="0" marL="457200" rtl="0" algn="l">
              <a:spcBef>
                <a:spcPts val="0"/>
              </a:spcBef>
              <a:spcAft>
                <a:spcPts val="0"/>
              </a:spcAft>
              <a:buSzPts val="1600"/>
              <a:buChar char="-"/>
            </a:pPr>
            <a:r>
              <a:rPr lang="en"/>
              <a:t>Random Forest:</a:t>
            </a:r>
            <a:endParaRPr/>
          </a:p>
          <a:p>
            <a:pPr indent="0" lvl="0" marL="457200" rtl="0" algn="l">
              <a:spcBef>
                <a:spcPts val="0"/>
              </a:spcBef>
              <a:spcAft>
                <a:spcPts val="0"/>
              </a:spcAft>
              <a:buNone/>
            </a:pPr>
            <a:r>
              <a:rPr lang="en"/>
              <a:t>Algoritma ML berbasis ensemble learning yang membentuk banyak decision tree selama training, dan memberikan hasil prediksi berdasarkan rata - rata (untuk regresi)</a:t>
            </a:r>
            <a:endParaRPr/>
          </a:p>
          <a:p>
            <a:pPr indent="-330200" lvl="0" marL="457200" rtl="0" algn="l">
              <a:spcBef>
                <a:spcPts val="0"/>
              </a:spcBef>
              <a:spcAft>
                <a:spcPts val="0"/>
              </a:spcAft>
              <a:buSzPts val="1600"/>
              <a:buChar char="-"/>
            </a:pPr>
            <a:r>
              <a:rPr lang="en"/>
              <a:t>XGBoost: </a:t>
            </a:r>
            <a:endParaRPr/>
          </a:p>
          <a:p>
            <a:pPr indent="0" lvl="0" marL="457200" rtl="0" algn="l">
              <a:spcBef>
                <a:spcPts val="0"/>
              </a:spcBef>
              <a:spcAft>
                <a:spcPts val="0"/>
              </a:spcAft>
              <a:buNone/>
            </a:pPr>
            <a:r>
              <a:rPr lang="en"/>
              <a:t>Algoritma ML berbasis decision tree dengan menggunakan teknik boosting.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42"/>
          <p:cNvSpPr txBox="1"/>
          <p:nvPr>
            <p:ph type="title"/>
          </p:nvPr>
        </p:nvSpPr>
        <p:spPr>
          <a:xfrm>
            <a:off x="3871075" y="2969400"/>
            <a:ext cx="4559700" cy="130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evaluasi</a:t>
            </a:r>
            <a:endParaRPr/>
          </a:p>
        </p:txBody>
      </p:sp>
      <p:sp>
        <p:nvSpPr>
          <p:cNvPr id="1252" name="Google Shape;1252;p42"/>
          <p:cNvSpPr txBox="1"/>
          <p:nvPr>
            <p:ph idx="2" type="title"/>
          </p:nvPr>
        </p:nvSpPr>
        <p:spPr>
          <a:xfrm>
            <a:off x="3871075" y="2425725"/>
            <a:ext cx="996900" cy="701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253" name="Google Shape;1253;p42"/>
          <p:cNvSpPr txBox="1"/>
          <p:nvPr>
            <p:ph idx="1" type="subTitle"/>
          </p:nvPr>
        </p:nvSpPr>
        <p:spPr>
          <a:xfrm>
            <a:off x="3871075" y="4229000"/>
            <a:ext cx="4559700" cy="37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grpSp>
        <p:nvGrpSpPr>
          <p:cNvPr id="1254" name="Google Shape;1254;p42"/>
          <p:cNvGrpSpPr/>
          <p:nvPr/>
        </p:nvGrpSpPr>
        <p:grpSpPr>
          <a:xfrm>
            <a:off x="713221" y="502143"/>
            <a:ext cx="2987197" cy="3456293"/>
            <a:chOff x="713221" y="502143"/>
            <a:chExt cx="2987197" cy="3456293"/>
          </a:xfrm>
        </p:grpSpPr>
        <p:grpSp>
          <p:nvGrpSpPr>
            <p:cNvPr id="1255" name="Google Shape;1255;p42"/>
            <p:cNvGrpSpPr/>
            <p:nvPr/>
          </p:nvGrpSpPr>
          <p:grpSpPr>
            <a:xfrm>
              <a:off x="1974337" y="1193591"/>
              <a:ext cx="1726080" cy="1115464"/>
              <a:chOff x="4838012" y="1361547"/>
              <a:chExt cx="951900" cy="615157"/>
            </a:xfrm>
          </p:grpSpPr>
          <p:sp>
            <p:nvSpPr>
              <p:cNvPr id="1256" name="Google Shape;1256;p42"/>
              <p:cNvSpPr/>
              <p:nvPr/>
            </p:nvSpPr>
            <p:spPr>
              <a:xfrm>
                <a:off x="4838012" y="1419903"/>
                <a:ext cx="951900" cy="5568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7" name="Google Shape;1257;p42"/>
              <p:cNvSpPr/>
              <p:nvPr/>
            </p:nvSpPr>
            <p:spPr>
              <a:xfrm>
                <a:off x="4838012" y="1361547"/>
                <a:ext cx="951892" cy="58358"/>
              </a:xfrm>
              <a:custGeom>
                <a:rect b="b" l="l" r="r" t="t"/>
                <a:pathLst>
                  <a:path extrusionOk="0" h="67" w="1089">
                    <a:moveTo>
                      <a:pt x="1057" y="0"/>
                    </a:moveTo>
                    <a:cubicBezTo>
                      <a:pt x="31" y="0"/>
                      <a:pt x="31" y="0"/>
                      <a:pt x="31" y="0"/>
                    </a:cubicBezTo>
                    <a:cubicBezTo>
                      <a:pt x="14" y="0"/>
                      <a:pt x="0" y="15"/>
                      <a:pt x="0" y="32"/>
                    </a:cubicBezTo>
                    <a:cubicBezTo>
                      <a:pt x="0" y="67"/>
                      <a:pt x="0" y="67"/>
                      <a:pt x="0" y="67"/>
                    </a:cubicBezTo>
                    <a:cubicBezTo>
                      <a:pt x="1089" y="67"/>
                      <a:pt x="1089" y="67"/>
                      <a:pt x="1089" y="67"/>
                    </a:cubicBezTo>
                    <a:cubicBezTo>
                      <a:pt x="1089" y="32"/>
                      <a:pt x="1089" y="32"/>
                      <a:pt x="1089" y="32"/>
                    </a:cubicBezTo>
                    <a:cubicBezTo>
                      <a:pt x="1089" y="15"/>
                      <a:pt x="1074" y="0"/>
                      <a:pt x="1057" y="0"/>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8" name="Google Shape;1258;p42"/>
              <p:cNvSpPr/>
              <p:nvPr/>
            </p:nvSpPr>
            <p:spPr>
              <a:xfrm>
                <a:off x="4863842"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9" name="Google Shape;1259;p42"/>
              <p:cNvSpPr/>
              <p:nvPr/>
            </p:nvSpPr>
            <p:spPr>
              <a:xfrm>
                <a:off x="4904979" y="1376853"/>
                <a:ext cx="258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0" name="Google Shape;1260;p42"/>
              <p:cNvSpPr/>
              <p:nvPr/>
            </p:nvSpPr>
            <p:spPr>
              <a:xfrm>
                <a:off x="4945159" y="1376853"/>
                <a:ext cx="26700" cy="276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1" name="Google Shape;1261;p42"/>
              <p:cNvSpPr/>
              <p:nvPr/>
            </p:nvSpPr>
            <p:spPr>
              <a:xfrm>
                <a:off x="4902109" y="1478261"/>
                <a:ext cx="348300" cy="348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2" name="Google Shape;1262;p42"/>
              <p:cNvSpPr/>
              <p:nvPr/>
            </p:nvSpPr>
            <p:spPr>
              <a:xfrm>
                <a:off x="4926026" y="1502178"/>
                <a:ext cx="299440" cy="300397"/>
              </a:xfrm>
              <a:custGeom>
                <a:rect b="b" l="l" r="r" t="t"/>
                <a:pathLst>
                  <a:path extrusionOk="0" h="343" w="342">
                    <a:moveTo>
                      <a:pt x="209" y="5"/>
                    </a:moveTo>
                    <a:cubicBezTo>
                      <a:pt x="197" y="2"/>
                      <a:pt x="184" y="0"/>
                      <a:pt x="171" y="0"/>
                    </a:cubicBezTo>
                    <a:cubicBezTo>
                      <a:pt x="92" y="0"/>
                      <a:pt x="26" y="54"/>
                      <a:pt x="6" y="126"/>
                    </a:cubicBezTo>
                    <a:cubicBezTo>
                      <a:pt x="6" y="128"/>
                      <a:pt x="5" y="130"/>
                      <a:pt x="5" y="131"/>
                    </a:cubicBezTo>
                    <a:cubicBezTo>
                      <a:pt x="4" y="133"/>
                      <a:pt x="4" y="135"/>
                      <a:pt x="3" y="137"/>
                    </a:cubicBezTo>
                    <a:cubicBezTo>
                      <a:pt x="3" y="137"/>
                      <a:pt x="3" y="137"/>
                      <a:pt x="3" y="137"/>
                    </a:cubicBezTo>
                    <a:cubicBezTo>
                      <a:pt x="3" y="139"/>
                      <a:pt x="3" y="141"/>
                      <a:pt x="2" y="142"/>
                    </a:cubicBezTo>
                    <a:cubicBezTo>
                      <a:pt x="2" y="143"/>
                      <a:pt x="2" y="143"/>
                      <a:pt x="2" y="143"/>
                    </a:cubicBezTo>
                    <a:cubicBezTo>
                      <a:pt x="2" y="145"/>
                      <a:pt x="2" y="147"/>
                      <a:pt x="2" y="148"/>
                    </a:cubicBezTo>
                    <a:cubicBezTo>
                      <a:pt x="1" y="150"/>
                      <a:pt x="1" y="152"/>
                      <a:pt x="1" y="153"/>
                    </a:cubicBezTo>
                    <a:cubicBezTo>
                      <a:pt x="1" y="154"/>
                      <a:pt x="1" y="154"/>
                      <a:pt x="1" y="155"/>
                    </a:cubicBezTo>
                    <a:cubicBezTo>
                      <a:pt x="1" y="157"/>
                      <a:pt x="0" y="158"/>
                      <a:pt x="0" y="160"/>
                    </a:cubicBezTo>
                    <a:cubicBezTo>
                      <a:pt x="0" y="162"/>
                      <a:pt x="0" y="163"/>
                      <a:pt x="0" y="165"/>
                    </a:cubicBezTo>
                    <a:cubicBezTo>
                      <a:pt x="0" y="167"/>
                      <a:pt x="0" y="169"/>
                      <a:pt x="0" y="172"/>
                    </a:cubicBezTo>
                    <a:cubicBezTo>
                      <a:pt x="0" y="266"/>
                      <a:pt x="77" y="343"/>
                      <a:pt x="171" y="343"/>
                    </a:cubicBezTo>
                    <a:cubicBezTo>
                      <a:pt x="266" y="343"/>
                      <a:pt x="342" y="266"/>
                      <a:pt x="342" y="172"/>
                    </a:cubicBezTo>
                    <a:cubicBezTo>
                      <a:pt x="342" y="90"/>
                      <a:pt x="285" y="22"/>
                      <a:pt x="209" y="5"/>
                    </a:cubicBezTo>
                    <a:close/>
                    <a:moveTo>
                      <a:pt x="171" y="300"/>
                    </a:moveTo>
                    <a:cubicBezTo>
                      <a:pt x="100" y="300"/>
                      <a:pt x="43" y="242"/>
                      <a:pt x="43" y="172"/>
                    </a:cubicBezTo>
                    <a:cubicBezTo>
                      <a:pt x="43" y="170"/>
                      <a:pt x="43" y="168"/>
                      <a:pt x="43" y="167"/>
                    </a:cubicBezTo>
                    <a:cubicBezTo>
                      <a:pt x="43" y="165"/>
                      <a:pt x="43" y="164"/>
                      <a:pt x="43" y="162"/>
                    </a:cubicBezTo>
                    <a:cubicBezTo>
                      <a:pt x="44" y="159"/>
                      <a:pt x="44" y="155"/>
                      <a:pt x="45" y="152"/>
                    </a:cubicBezTo>
                    <a:cubicBezTo>
                      <a:pt x="45" y="151"/>
                      <a:pt x="45" y="149"/>
                      <a:pt x="45" y="148"/>
                    </a:cubicBezTo>
                    <a:cubicBezTo>
                      <a:pt x="46" y="147"/>
                      <a:pt x="46" y="146"/>
                      <a:pt x="46" y="144"/>
                    </a:cubicBezTo>
                    <a:cubicBezTo>
                      <a:pt x="46" y="143"/>
                      <a:pt x="47" y="142"/>
                      <a:pt x="47" y="140"/>
                    </a:cubicBezTo>
                    <a:cubicBezTo>
                      <a:pt x="48" y="138"/>
                      <a:pt x="48" y="135"/>
                      <a:pt x="49" y="133"/>
                    </a:cubicBezTo>
                    <a:cubicBezTo>
                      <a:pt x="65" y="81"/>
                      <a:pt x="114" y="44"/>
                      <a:pt x="171" y="44"/>
                    </a:cubicBezTo>
                    <a:cubicBezTo>
                      <a:pt x="180" y="44"/>
                      <a:pt x="188" y="44"/>
                      <a:pt x="196" y="46"/>
                    </a:cubicBezTo>
                    <a:cubicBezTo>
                      <a:pt x="197" y="46"/>
                      <a:pt x="199" y="47"/>
                      <a:pt x="200" y="47"/>
                    </a:cubicBezTo>
                    <a:cubicBezTo>
                      <a:pt x="201" y="47"/>
                      <a:pt x="201" y="47"/>
                      <a:pt x="202" y="47"/>
                    </a:cubicBezTo>
                    <a:cubicBezTo>
                      <a:pt x="203" y="48"/>
                      <a:pt x="205" y="48"/>
                      <a:pt x="206" y="48"/>
                    </a:cubicBezTo>
                    <a:cubicBezTo>
                      <a:pt x="206" y="49"/>
                      <a:pt x="206" y="49"/>
                      <a:pt x="206" y="49"/>
                    </a:cubicBezTo>
                    <a:cubicBezTo>
                      <a:pt x="208" y="49"/>
                      <a:pt x="210" y="50"/>
                      <a:pt x="212" y="50"/>
                    </a:cubicBezTo>
                    <a:cubicBezTo>
                      <a:pt x="212" y="50"/>
                      <a:pt x="212" y="50"/>
                      <a:pt x="212" y="50"/>
                    </a:cubicBezTo>
                    <a:cubicBezTo>
                      <a:pt x="214" y="51"/>
                      <a:pt x="215" y="51"/>
                      <a:pt x="217" y="52"/>
                    </a:cubicBezTo>
                    <a:cubicBezTo>
                      <a:pt x="218" y="53"/>
                      <a:pt x="220" y="53"/>
                      <a:pt x="222" y="54"/>
                    </a:cubicBezTo>
                    <a:cubicBezTo>
                      <a:pt x="224" y="55"/>
                      <a:pt x="225" y="56"/>
                      <a:pt x="227" y="56"/>
                    </a:cubicBezTo>
                    <a:cubicBezTo>
                      <a:pt x="227" y="56"/>
                      <a:pt x="227" y="56"/>
                      <a:pt x="227" y="56"/>
                    </a:cubicBezTo>
                    <a:cubicBezTo>
                      <a:pt x="229" y="57"/>
                      <a:pt x="230" y="58"/>
                      <a:pt x="232" y="59"/>
                    </a:cubicBezTo>
                    <a:cubicBezTo>
                      <a:pt x="232" y="59"/>
                      <a:pt x="232" y="59"/>
                      <a:pt x="232" y="59"/>
                    </a:cubicBezTo>
                    <a:cubicBezTo>
                      <a:pt x="234" y="60"/>
                      <a:pt x="235" y="61"/>
                      <a:pt x="237" y="62"/>
                    </a:cubicBezTo>
                    <a:cubicBezTo>
                      <a:pt x="238" y="63"/>
                      <a:pt x="240" y="64"/>
                      <a:pt x="241" y="65"/>
                    </a:cubicBezTo>
                    <a:cubicBezTo>
                      <a:pt x="243" y="65"/>
                      <a:pt x="244" y="66"/>
                      <a:pt x="245" y="67"/>
                    </a:cubicBezTo>
                    <a:cubicBezTo>
                      <a:pt x="246" y="68"/>
                      <a:pt x="246" y="68"/>
                      <a:pt x="246" y="68"/>
                    </a:cubicBezTo>
                    <a:cubicBezTo>
                      <a:pt x="249" y="70"/>
                      <a:pt x="252" y="72"/>
                      <a:pt x="254" y="74"/>
                    </a:cubicBezTo>
                    <a:cubicBezTo>
                      <a:pt x="256" y="75"/>
                      <a:pt x="257" y="77"/>
                      <a:pt x="258" y="78"/>
                    </a:cubicBezTo>
                    <a:cubicBezTo>
                      <a:pt x="260" y="79"/>
                      <a:pt x="261" y="80"/>
                      <a:pt x="262" y="82"/>
                    </a:cubicBezTo>
                    <a:cubicBezTo>
                      <a:pt x="264" y="83"/>
                      <a:pt x="265" y="84"/>
                      <a:pt x="266" y="86"/>
                    </a:cubicBezTo>
                    <a:cubicBezTo>
                      <a:pt x="267" y="87"/>
                      <a:pt x="269" y="89"/>
                      <a:pt x="270" y="90"/>
                    </a:cubicBezTo>
                    <a:cubicBezTo>
                      <a:pt x="271" y="91"/>
                      <a:pt x="272" y="92"/>
                      <a:pt x="273" y="93"/>
                    </a:cubicBezTo>
                    <a:cubicBezTo>
                      <a:pt x="274" y="95"/>
                      <a:pt x="275" y="97"/>
                      <a:pt x="276" y="99"/>
                    </a:cubicBezTo>
                    <a:cubicBezTo>
                      <a:pt x="277" y="100"/>
                      <a:pt x="278" y="101"/>
                      <a:pt x="279" y="103"/>
                    </a:cubicBezTo>
                    <a:cubicBezTo>
                      <a:pt x="279" y="103"/>
                      <a:pt x="279" y="103"/>
                      <a:pt x="279" y="103"/>
                    </a:cubicBezTo>
                    <a:cubicBezTo>
                      <a:pt x="280" y="104"/>
                      <a:pt x="281" y="106"/>
                      <a:pt x="282" y="107"/>
                    </a:cubicBezTo>
                    <a:cubicBezTo>
                      <a:pt x="282" y="108"/>
                      <a:pt x="282" y="108"/>
                      <a:pt x="282" y="108"/>
                    </a:cubicBezTo>
                    <a:cubicBezTo>
                      <a:pt x="283" y="109"/>
                      <a:pt x="284" y="111"/>
                      <a:pt x="285" y="112"/>
                    </a:cubicBezTo>
                    <a:cubicBezTo>
                      <a:pt x="286" y="114"/>
                      <a:pt x="286" y="116"/>
                      <a:pt x="287" y="117"/>
                    </a:cubicBezTo>
                    <a:cubicBezTo>
                      <a:pt x="288" y="119"/>
                      <a:pt x="289" y="120"/>
                      <a:pt x="289" y="122"/>
                    </a:cubicBezTo>
                    <a:cubicBezTo>
                      <a:pt x="289" y="122"/>
                      <a:pt x="289" y="122"/>
                      <a:pt x="289" y="122"/>
                    </a:cubicBezTo>
                    <a:cubicBezTo>
                      <a:pt x="290" y="124"/>
                      <a:pt x="291" y="126"/>
                      <a:pt x="291" y="127"/>
                    </a:cubicBezTo>
                    <a:cubicBezTo>
                      <a:pt x="292" y="129"/>
                      <a:pt x="293" y="131"/>
                      <a:pt x="293" y="133"/>
                    </a:cubicBezTo>
                    <a:cubicBezTo>
                      <a:pt x="294" y="135"/>
                      <a:pt x="294" y="136"/>
                      <a:pt x="295" y="138"/>
                    </a:cubicBezTo>
                    <a:cubicBezTo>
                      <a:pt x="295" y="139"/>
                      <a:pt x="296" y="141"/>
                      <a:pt x="296" y="142"/>
                    </a:cubicBezTo>
                    <a:cubicBezTo>
                      <a:pt x="296" y="143"/>
                      <a:pt x="296" y="144"/>
                      <a:pt x="296" y="144"/>
                    </a:cubicBezTo>
                    <a:cubicBezTo>
                      <a:pt x="297" y="146"/>
                      <a:pt x="297" y="147"/>
                      <a:pt x="297" y="149"/>
                    </a:cubicBezTo>
                    <a:cubicBezTo>
                      <a:pt x="297" y="149"/>
                      <a:pt x="297" y="149"/>
                      <a:pt x="297" y="149"/>
                    </a:cubicBezTo>
                    <a:cubicBezTo>
                      <a:pt x="298" y="151"/>
                      <a:pt x="298" y="152"/>
                      <a:pt x="298" y="154"/>
                    </a:cubicBezTo>
                    <a:cubicBezTo>
                      <a:pt x="298" y="154"/>
                      <a:pt x="298" y="155"/>
                      <a:pt x="298" y="155"/>
                    </a:cubicBezTo>
                    <a:cubicBezTo>
                      <a:pt x="298" y="157"/>
                      <a:pt x="299" y="158"/>
                      <a:pt x="299" y="160"/>
                    </a:cubicBezTo>
                    <a:cubicBezTo>
                      <a:pt x="299" y="160"/>
                      <a:pt x="299" y="160"/>
                      <a:pt x="299" y="160"/>
                    </a:cubicBezTo>
                    <a:cubicBezTo>
                      <a:pt x="299" y="164"/>
                      <a:pt x="299" y="168"/>
                      <a:pt x="299" y="172"/>
                    </a:cubicBezTo>
                    <a:cubicBezTo>
                      <a:pt x="299" y="242"/>
                      <a:pt x="242" y="300"/>
                      <a:pt x="171" y="30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3" name="Google Shape;1263;p42"/>
              <p:cNvSpPr/>
              <p:nvPr/>
            </p:nvSpPr>
            <p:spPr>
              <a:xfrm>
                <a:off x="4926026" y="1506961"/>
                <a:ext cx="299440" cy="295613"/>
              </a:xfrm>
              <a:custGeom>
                <a:rect b="b" l="l" r="r" t="t"/>
                <a:pathLst>
                  <a:path extrusionOk="0" h="338" w="342">
                    <a:moveTo>
                      <a:pt x="209" y="0"/>
                    </a:moveTo>
                    <a:cubicBezTo>
                      <a:pt x="196" y="41"/>
                      <a:pt x="196" y="41"/>
                      <a:pt x="196" y="41"/>
                    </a:cubicBezTo>
                    <a:cubicBezTo>
                      <a:pt x="197" y="41"/>
                      <a:pt x="199" y="42"/>
                      <a:pt x="200" y="42"/>
                    </a:cubicBezTo>
                    <a:cubicBezTo>
                      <a:pt x="201" y="42"/>
                      <a:pt x="201" y="42"/>
                      <a:pt x="202" y="42"/>
                    </a:cubicBezTo>
                    <a:cubicBezTo>
                      <a:pt x="203" y="43"/>
                      <a:pt x="205" y="43"/>
                      <a:pt x="206" y="43"/>
                    </a:cubicBezTo>
                    <a:cubicBezTo>
                      <a:pt x="206" y="44"/>
                      <a:pt x="206" y="44"/>
                      <a:pt x="206" y="44"/>
                    </a:cubicBezTo>
                    <a:cubicBezTo>
                      <a:pt x="208" y="44"/>
                      <a:pt x="210" y="45"/>
                      <a:pt x="212" y="45"/>
                    </a:cubicBezTo>
                    <a:cubicBezTo>
                      <a:pt x="212" y="45"/>
                      <a:pt x="212" y="45"/>
                      <a:pt x="212" y="45"/>
                    </a:cubicBezTo>
                    <a:cubicBezTo>
                      <a:pt x="214" y="46"/>
                      <a:pt x="215" y="46"/>
                      <a:pt x="217" y="47"/>
                    </a:cubicBezTo>
                    <a:cubicBezTo>
                      <a:pt x="219" y="48"/>
                      <a:pt x="220" y="48"/>
                      <a:pt x="222" y="49"/>
                    </a:cubicBezTo>
                    <a:cubicBezTo>
                      <a:pt x="224" y="50"/>
                      <a:pt x="225" y="51"/>
                      <a:pt x="227" y="51"/>
                    </a:cubicBezTo>
                    <a:cubicBezTo>
                      <a:pt x="227" y="51"/>
                      <a:pt x="227" y="51"/>
                      <a:pt x="227" y="51"/>
                    </a:cubicBezTo>
                    <a:cubicBezTo>
                      <a:pt x="229" y="52"/>
                      <a:pt x="230" y="53"/>
                      <a:pt x="232" y="54"/>
                    </a:cubicBezTo>
                    <a:cubicBezTo>
                      <a:pt x="232" y="54"/>
                      <a:pt x="232" y="54"/>
                      <a:pt x="232" y="54"/>
                    </a:cubicBezTo>
                    <a:cubicBezTo>
                      <a:pt x="234" y="55"/>
                      <a:pt x="235" y="56"/>
                      <a:pt x="237" y="57"/>
                    </a:cubicBezTo>
                    <a:cubicBezTo>
                      <a:pt x="238" y="58"/>
                      <a:pt x="240" y="58"/>
                      <a:pt x="241" y="60"/>
                    </a:cubicBezTo>
                    <a:cubicBezTo>
                      <a:pt x="243" y="60"/>
                      <a:pt x="244" y="61"/>
                      <a:pt x="245" y="62"/>
                    </a:cubicBezTo>
                    <a:cubicBezTo>
                      <a:pt x="246" y="63"/>
                      <a:pt x="246" y="63"/>
                      <a:pt x="246" y="63"/>
                    </a:cubicBezTo>
                    <a:cubicBezTo>
                      <a:pt x="249" y="65"/>
                      <a:pt x="252" y="67"/>
                      <a:pt x="254" y="69"/>
                    </a:cubicBezTo>
                    <a:cubicBezTo>
                      <a:pt x="256" y="70"/>
                      <a:pt x="257" y="72"/>
                      <a:pt x="258" y="73"/>
                    </a:cubicBezTo>
                    <a:cubicBezTo>
                      <a:pt x="260" y="74"/>
                      <a:pt x="261" y="75"/>
                      <a:pt x="262" y="77"/>
                    </a:cubicBezTo>
                    <a:cubicBezTo>
                      <a:pt x="264" y="78"/>
                      <a:pt x="265" y="79"/>
                      <a:pt x="266" y="81"/>
                    </a:cubicBezTo>
                    <a:cubicBezTo>
                      <a:pt x="267" y="82"/>
                      <a:pt x="269" y="84"/>
                      <a:pt x="270" y="85"/>
                    </a:cubicBezTo>
                    <a:cubicBezTo>
                      <a:pt x="271" y="86"/>
                      <a:pt x="272" y="87"/>
                      <a:pt x="273" y="88"/>
                    </a:cubicBezTo>
                    <a:cubicBezTo>
                      <a:pt x="274" y="90"/>
                      <a:pt x="275" y="92"/>
                      <a:pt x="276" y="93"/>
                    </a:cubicBezTo>
                    <a:cubicBezTo>
                      <a:pt x="277" y="95"/>
                      <a:pt x="278" y="96"/>
                      <a:pt x="279" y="98"/>
                    </a:cubicBezTo>
                    <a:cubicBezTo>
                      <a:pt x="279" y="98"/>
                      <a:pt x="279" y="98"/>
                      <a:pt x="279" y="98"/>
                    </a:cubicBezTo>
                    <a:cubicBezTo>
                      <a:pt x="280" y="99"/>
                      <a:pt x="281" y="101"/>
                      <a:pt x="282" y="102"/>
                    </a:cubicBezTo>
                    <a:cubicBezTo>
                      <a:pt x="282" y="103"/>
                      <a:pt x="282" y="103"/>
                      <a:pt x="282" y="103"/>
                    </a:cubicBezTo>
                    <a:cubicBezTo>
                      <a:pt x="283" y="104"/>
                      <a:pt x="284" y="106"/>
                      <a:pt x="285" y="107"/>
                    </a:cubicBezTo>
                    <a:cubicBezTo>
                      <a:pt x="286" y="109"/>
                      <a:pt x="286" y="110"/>
                      <a:pt x="287" y="112"/>
                    </a:cubicBezTo>
                    <a:cubicBezTo>
                      <a:pt x="288" y="114"/>
                      <a:pt x="289" y="115"/>
                      <a:pt x="289" y="117"/>
                    </a:cubicBezTo>
                    <a:cubicBezTo>
                      <a:pt x="289" y="117"/>
                      <a:pt x="289" y="117"/>
                      <a:pt x="289" y="117"/>
                    </a:cubicBezTo>
                    <a:cubicBezTo>
                      <a:pt x="290" y="119"/>
                      <a:pt x="291" y="121"/>
                      <a:pt x="291" y="122"/>
                    </a:cubicBezTo>
                    <a:cubicBezTo>
                      <a:pt x="292" y="124"/>
                      <a:pt x="293" y="126"/>
                      <a:pt x="293" y="128"/>
                    </a:cubicBezTo>
                    <a:cubicBezTo>
                      <a:pt x="294" y="130"/>
                      <a:pt x="294" y="131"/>
                      <a:pt x="295" y="133"/>
                    </a:cubicBezTo>
                    <a:cubicBezTo>
                      <a:pt x="295" y="134"/>
                      <a:pt x="296" y="136"/>
                      <a:pt x="296" y="137"/>
                    </a:cubicBezTo>
                    <a:cubicBezTo>
                      <a:pt x="296" y="138"/>
                      <a:pt x="296" y="139"/>
                      <a:pt x="296" y="139"/>
                    </a:cubicBezTo>
                    <a:cubicBezTo>
                      <a:pt x="297" y="141"/>
                      <a:pt x="297" y="142"/>
                      <a:pt x="297" y="144"/>
                    </a:cubicBezTo>
                    <a:cubicBezTo>
                      <a:pt x="297" y="144"/>
                      <a:pt x="297" y="144"/>
                      <a:pt x="297" y="144"/>
                    </a:cubicBezTo>
                    <a:cubicBezTo>
                      <a:pt x="298" y="146"/>
                      <a:pt x="298" y="147"/>
                      <a:pt x="298" y="149"/>
                    </a:cubicBezTo>
                    <a:cubicBezTo>
                      <a:pt x="298" y="149"/>
                      <a:pt x="298" y="150"/>
                      <a:pt x="298" y="150"/>
                    </a:cubicBezTo>
                    <a:cubicBezTo>
                      <a:pt x="298" y="152"/>
                      <a:pt x="299" y="153"/>
                      <a:pt x="299" y="155"/>
                    </a:cubicBezTo>
                    <a:cubicBezTo>
                      <a:pt x="299" y="155"/>
                      <a:pt x="299" y="155"/>
                      <a:pt x="299" y="155"/>
                    </a:cubicBezTo>
                    <a:cubicBezTo>
                      <a:pt x="299" y="159"/>
                      <a:pt x="299" y="163"/>
                      <a:pt x="299" y="167"/>
                    </a:cubicBezTo>
                    <a:cubicBezTo>
                      <a:pt x="299" y="170"/>
                      <a:pt x="299" y="172"/>
                      <a:pt x="299" y="175"/>
                    </a:cubicBezTo>
                    <a:cubicBezTo>
                      <a:pt x="295" y="242"/>
                      <a:pt x="239" y="295"/>
                      <a:pt x="171" y="295"/>
                    </a:cubicBezTo>
                    <a:cubicBezTo>
                      <a:pt x="100" y="295"/>
                      <a:pt x="43" y="237"/>
                      <a:pt x="43" y="167"/>
                    </a:cubicBezTo>
                    <a:cubicBezTo>
                      <a:pt x="43" y="165"/>
                      <a:pt x="43" y="163"/>
                      <a:pt x="43" y="162"/>
                    </a:cubicBezTo>
                    <a:cubicBezTo>
                      <a:pt x="43" y="160"/>
                      <a:pt x="43" y="159"/>
                      <a:pt x="43" y="157"/>
                    </a:cubicBezTo>
                    <a:cubicBezTo>
                      <a:pt x="44" y="154"/>
                      <a:pt x="44" y="150"/>
                      <a:pt x="45" y="147"/>
                    </a:cubicBezTo>
                    <a:cubicBezTo>
                      <a:pt x="45" y="146"/>
                      <a:pt x="45" y="144"/>
                      <a:pt x="45" y="143"/>
                    </a:cubicBezTo>
                    <a:cubicBezTo>
                      <a:pt x="45" y="142"/>
                      <a:pt x="46" y="140"/>
                      <a:pt x="46" y="139"/>
                    </a:cubicBezTo>
                    <a:cubicBezTo>
                      <a:pt x="46" y="138"/>
                      <a:pt x="47" y="137"/>
                      <a:pt x="47" y="135"/>
                    </a:cubicBezTo>
                    <a:cubicBezTo>
                      <a:pt x="48" y="133"/>
                      <a:pt x="48" y="131"/>
                      <a:pt x="49" y="128"/>
                    </a:cubicBezTo>
                    <a:cubicBezTo>
                      <a:pt x="6" y="121"/>
                      <a:pt x="6" y="121"/>
                      <a:pt x="6" y="121"/>
                    </a:cubicBezTo>
                    <a:cubicBezTo>
                      <a:pt x="6" y="123"/>
                      <a:pt x="5" y="125"/>
                      <a:pt x="5" y="126"/>
                    </a:cubicBezTo>
                    <a:cubicBezTo>
                      <a:pt x="4" y="128"/>
                      <a:pt x="4" y="130"/>
                      <a:pt x="3" y="132"/>
                    </a:cubicBezTo>
                    <a:cubicBezTo>
                      <a:pt x="3" y="132"/>
                      <a:pt x="3" y="132"/>
                      <a:pt x="3" y="132"/>
                    </a:cubicBezTo>
                    <a:cubicBezTo>
                      <a:pt x="3" y="134"/>
                      <a:pt x="3" y="136"/>
                      <a:pt x="2" y="137"/>
                    </a:cubicBezTo>
                    <a:cubicBezTo>
                      <a:pt x="2" y="138"/>
                      <a:pt x="2" y="138"/>
                      <a:pt x="2" y="138"/>
                    </a:cubicBezTo>
                    <a:cubicBezTo>
                      <a:pt x="2" y="140"/>
                      <a:pt x="2" y="142"/>
                      <a:pt x="2" y="143"/>
                    </a:cubicBezTo>
                    <a:cubicBezTo>
                      <a:pt x="1" y="145"/>
                      <a:pt x="1" y="147"/>
                      <a:pt x="1" y="148"/>
                    </a:cubicBezTo>
                    <a:cubicBezTo>
                      <a:pt x="1" y="149"/>
                      <a:pt x="1" y="149"/>
                      <a:pt x="1" y="150"/>
                    </a:cubicBezTo>
                    <a:cubicBezTo>
                      <a:pt x="1" y="151"/>
                      <a:pt x="0" y="153"/>
                      <a:pt x="0" y="155"/>
                    </a:cubicBezTo>
                    <a:cubicBezTo>
                      <a:pt x="0" y="157"/>
                      <a:pt x="0" y="158"/>
                      <a:pt x="0" y="160"/>
                    </a:cubicBezTo>
                    <a:cubicBezTo>
                      <a:pt x="0" y="162"/>
                      <a:pt x="0" y="164"/>
                      <a:pt x="0" y="167"/>
                    </a:cubicBezTo>
                    <a:cubicBezTo>
                      <a:pt x="0" y="261"/>
                      <a:pt x="77" y="338"/>
                      <a:pt x="171" y="338"/>
                    </a:cubicBezTo>
                    <a:cubicBezTo>
                      <a:pt x="263" y="338"/>
                      <a:pt x="338" y="266"/>
                      <a:pt x="342" y="175"/>
                    </a:cubicBezTo>
                    <a:cubicBezTo>
                      <a:pt x="342" y="172"/>
                      <a:pt x="342" y="170"/>
                      <a:pt x="342" y="167"/>
                    </a:cubicBezTo>
                    <a:cubicBezTo>
                      <a:pt x="342" y="85"/>
                      <a:pt x="285" y="17"/>
                      <a:pt x="209"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4" name="Google Shape;1264;p42"/>
              <p:cNvSpPr/>
              <p:nvPr/>
            </p:nvSpPr>
            <p:spPr>
              <a:xfrm>
                <a:off x="5076224" y="1660030"/>
                <a:ext cx="149241" cy="142545"/>
              </a:xfrm>
              <a:custGeom>
                <a:rect b="b" l="l" r="r" t="t"/>
                <a:pathLst>
                  <a:path extrusionOk="0" h="163" w="171">
                    <a:moveTo>
                      <a:pt x="171" y="0"/>
                    </a:moveTo>
                    <a:cubicBezTo>
                      <a:pt x="167" y="91"/>
                      <a:pt x="92" y="163"/>
                      <a:pt x="0" y="163"/>
                    </a:cubicBezTo>
                    <a:cubicBezTo>
                      <a:pt x="0" y="120"/>
                      <a:pt x="0" y="120"/>
                      <a:pt x="0" y="120"/>
                    </a:cubicBezTo>
                    <a:cubicBezTo>
                      <a:pt x="68" y="120"/>
                      <a:pt x="124" y="67"/>
                      <a:pt x="128" y="0"/>
                    </a:cubicBezTo>
                    <a:lnTo>
                      <a:pt x="171" y="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5" name="Google Shape;1265;p42"/>
              <p:cNvSpPr/>
              <p:nvPr/>
            </p:nvSpPr>
            <p:spPr>
              <a:xfrm>
                <a:off x="5313479" y="1549055"/>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6" name="Google Shape;1266;p42"/>
              <p:cNvSpPr/>
              <p:nvPr/>
            </p:nvSpPr>
            <p:spPr>
              <a:xfrm>
                <a:off x="5313479" y="1610282"/>
                <a:ext cx="4125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7" name="Google Shape;1267;p42"/>
              <p:cNvSpPr/>
              <p:nvPr/>
            </p:nvSpPr>
            <p:spPr>
              <a:xfrm>
                <a:off x="5313479" y="1671510"/>
                <a:ext cx="323400" cy="231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8" name="Google Shape;1268;p42"/>
              <p:cNvSpPr/>
              <p:nvPr/>
            </p:nvSpPr>
            <p:spPr>
              <a:xfrm>
                <a:off x="5313479" y="1732737"/>
                <a:ext cx="205800" cy="24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9" name="Google Shape;1269;p42"/>
              <p:cNvSpPr/>
              <p:nvPr/>
            </p:nvSpPr>
            <p:spPr>
              <a:xfrm>
                <a:off x="4970989"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0" name="Google Shape;1270;p42"/>
              <p:cNvSpPr/>
              <p:nvPr/>
            </p:nvSpPr>
            <p:spPr>
              <a:xfrm>
                <a:off x="4889672" y="1867628"/>
                <a:ext cx="57600" cy="57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1" name="Google Shape;1271;p42"/>
              <p:cNvSpPr/>
              <p:nvPr/>
            </p:nvSpPr>
            <p:spPr>
              <a:xfrm>
                <a:off x="5257036" y="1884848"/>
                <a:ext cx="1455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2" name="Google Shape;1272;p42"/>
              <p:cNvSpPr/>
              <p:nvPr/>
            </p:nvSpPr>
            <p:spPr>
              <a:xfrm>
                <a:off x="5175718" y="1867628"/>
                <a:ext cx="57600" cy="576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3" name="Google Shape;1273;p42"/>
              <p:cNvSpPr/>
              <p:nvPr/>
            </p:nvSpPr>
            <p:spPr>
              <a:xfrm>
                <a:off x="5543081" y="1884848"/>
                <a:ext cx="144600" cy="22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4" name="Google Shape;1274;p42"/>
              <p:cNvSpPr/>
              <p:nvPr/>
            </p:nvSpPr>
            <p:spPr>
              <a:xfrm>
                <a:off x="5461764" y="1867628"/>
                <a:ext cx="56400" cy="576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275" name="Google Shape;1275;p42"/>
            <p:cNvGrpSpPr/>
            <p:nvPr/>
          </p:nvGrpSpPr>
          <p:grpSpPr>
            <a:xfrm>
              <a:off x="1442946" y="949677"/>
              <a:ext cx="437992" cy="437992"/>
              <a:chOff x="1309269" y="3291652"/>
              <a:chExt cx="415198" cy="415198"/>
            </a:xfrm>
          </p:grpSpPr>
          <p:sp>
            <p:nvSpPr>
              <p:cNvPr id="1276" name="Google Shape;1276;p42"/>
              <p:cNvSpPr/>
              <p:nvPr/>
            </p:nvSpPr>
            <p:spPr>
              <a:xfrm>
                <a:off x="1309269" y="3291652"/>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7" name="Google Shape;1277;p42"/>
              <p:cNvSpPr/>
              <p:nvPr/>
            </p:nvSpPr>
            <p:spPr>
              <a:xfrm>
                <a:off x="1364756" y="3349053"/>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78" name="Google Shape;1278;p42"/>
            <p:cNvSpPr/>
            <p:nvPr/>
          </p:nvSpPr>
          <p:spPr>
            <a:xfrm>
              <a:off x="3052028" y="502143"/>
              <a:ext cx="560784" cy="924988"/>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9" name="Google Shape;1279;p42"/>
            <p:cNvSpPr/>
            <p:nvPr/>
          </p:nvSpPr>
          <p:spPr>
            <a:xfrm>
              <a:off x="3003630" y="2329937"/>
              <a:ext cx="269949" cy="266432"/>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0" name="Google Shape;1280;p42"/>
            <p:cNvSpPr/>
            <p:nvPr/>
          </p:nvSpPr>
          <p:spPr>
            <a:xfrm>
              <a:off x="3003613" y="2807213"/>
              <a:ext cx="166095" cy="27398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281" name="Google Shape;1281;p42"/>
            <p:cNvGrpSpPr/>
            <p:nvPr/>
          </p:nvGrpSpPr>
          <p:grpSpPr>
            <a:xfrm>
              <a:off x="713221" y="1546974"/>
              <a:ext cx="1380702" cy="2411461"/>
              <a:chOff x="713221" y="1546974"/>
              <a:chExt cx="1380702" cy="2411461"/>
            </a:xfrm>
          </p:grpSpPr>
          <p:sp>
            <p:nvSpPr>
              <p:cNvPr id="1282" name="Google Shape;1282;p42"/>
              <p:cNvSpPr/>
              <p:nvPr/>
            </p:nvSpPr>
            <p:spPr>
              <a:xfrm flipH="1">
                <a:off x="1210219" y="1617779"/>
                <a:ext cx="451384" cy="297518"/>
              </a:xfrm>
              <a:custGeom>
                <a:rect b="b" l="l" r="r" t="t"/>
                <a:pathLst>
                  <a:path extrusionOk="0" h="334" w="506">
                    <a:moveTo>
                      <a:pt x="258" y="0"/>
                    </a:moveTo>
                    <a:cubicBezTo>
                      <a:pt x="376" y="15"/>
                      <a:pt x="376" y="15"/>
                      <a:pt x="376" y="15"/>
                    </a:cubicBezTo>
                    <a:cubicBezTo>
                      <a:pt x="376" y="15"/>
                      <a:pt x="506" y="234"/>
                      <a:pt x="312" y="313"/>
                    </a:cubicBezTo>
                    <a:cubicBezTo>
                      <a:pt x="308" y="321"/>
                      <a:pt x="249" y="334"/>
                      <a:pt x="216" y="329"/>
                    </a:cubicBezTo>
                    <a:cubicBezTo>
                      <a:pt x="0" y="309"/>
                      <a:pt x="65" y="107"/>
                      <a:pt x="92" y="17"/>
                    </a:cubicBezTo>
                    <a:cubicBezTo>
                      <a:pt x="258" y="0"/>
                      <a:pt x="258" y="0"/>
                      <a:pt x="25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3" name="Google Shape;1283;p42"/>
              <p:cNvSpPr/>
              <p:nvPr/>
            </p:nvSpPr>
            <p:spPr>
              <a:xfrm flipH="1">
                <a:off x="892277" y="2443613"/>
                <a:ext cx="815622" cy="1284027"/>
              </a:xfrm>
              <a:custGeom>
                <a:rect b="b" l="l" r="r" t="t"/>
                <a:pathLst>
                  <a:path extrusionOk="0" h="1439" w="914">
                    <a:moveTo>
                      <a:pt x="7" y="256"/>
                    </a:moveTo>
                    <a:cubicBezTo>
                      <a:pt x="8" y="267"/>
                      <a:pt x="10" y="286"/>
                      <a:pt x="14" y="313"/>
                    </a:cubicBezTo>
                    <a:cubicBezTo>
                      <a:pt x="49" y="572"/>
                      <a:pt x="205" y="1439"/>
                      <a:pt x="205" y="1439"/>
                    </a:cubicBezTo>
                    <a:cubicBezTo>
                      <a:pt x="357" y="1439"/>
                      <a:pt x="357" y="1439"/>
                      <a:pt x="357" y="1439"/>
                    </a:cubicBezTo>
                    <a:cubicBezTo>
                      <a:pt x="307" y="363"/>
                      <a:pt x="307" y="363"/>
                      <a:pt x="307" y="363"/>
                    </a:cubicBezTo>
                    <a:cubicBezTo>
                      <a:pt x="304" y="298"/>
                      <a:pt x="304" y="298"/>
                      <a:pt x="304" y="298"/>
                    </a:cubicBezTo>
                    <a:cubicBezTo>
                      <a:pt x="328" y="363"/>
                      <a:pt x="328" y="363"/>
                      <a:pt x="328" y="363"/>
                    </a:cubicBezTo>
                    <a:cubicBezTo>
                      <a:pt x="755" y="1439"/>
                      <a:pt x="755" y="1439"/>
                      <a:pt x="755" y="1439"/>
                    </a:cubicBezTo>
                    <a:cubicBezTo>
                      <a:pt x="914" y="1439"/>
                      <a:pt x="914" y="1439"/>
                      <a:pt x="914" y="1439"/>
                    </a:cubicBezTo>
                    <a:cubicBezTo>
                      <a:pt x="914" y="1439"/>
                      <a:pt x="631" y="394"/>
                      <a:pt x="580" y="208"/>
                    </a:cubicBezTo>
                    <a:cubicBezTo>
                      <a:pt x="577" y="199"/>
                      <a:pt x="575" y="193"/>
                      <a:pt x="574" y="188"/>
                    </a:cubicBezTo>
                    <a:cubicBezTo>
                      <a:pt x="545" y="90"/>
                      <a:pt x="484" y="5"/>
                      <a:pt x="480" y="0"/>
                    </a:cubicBezTo>
                    <a:cubicBezTo>
                      <a:pt x="480" y="0"/>
                      <a:pt x="480" y="0"/>
                      <a:pt x="480" y="0"/>
                    </a:cubicBezTo>
                    <a:cubicBezTo>
                      <a:pt x="88" y="0"/>
                      <a:pt x="88" y="0"/>
                      <a:pt x="88" y="0"/>
                    </a:cubicBezTo>
                    <a:cubicBezTo>
                      <a:pt x="88" y="0"/>
                      <a:pt x="0" y="143"/>
                      <a:pt x="7" y="25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4" name="Google Shape;1284;p42"/>
              <p:cNvSpPr/>
              <p:nvPr/>
            </p:nvSpPr>
            <p:spPr>
              <a:xfrm flipH="1">
                <a:off x="1228602" y="1913255"/>
                <a:ext cx="425511" cy="571206"/>
              </a:xfrm>
              <a:custGeom>
                <a:rect b="b" l="l" r="r" t="t"/>
                <a:pathLst>
                  <a:path extrusionOk="0" h="641" w="477">
                    <a:moveTo>
                      <a:pt x="0" y="63"/>
                    </a:moveTo>
                    <a:cubicBezTo>
                      <a:pt x="27" y="314"/>
                      <a:pt x="27" y="314"/>
                      <a:pt x="27" y="314"/>
                    </a:cubicBezTo>
                    <a:cubicBezTo>
                      <a:pt x="27" y="314"/>
                      <a:pt x="27" y="314"/>
                      <a:pt x="27" y="314"/>
                    </a:cubicBezTo>
                    <a:cubicBezTo>
                      <a:pt x="27" y="314"/>
                      <a:pt x="27" y="315"/>
                      <a:pt x="27" y="316"/>
                    </a:cubicBezTo>
                    <a:cubicBezTo>
                      <a:pt x="27" y="317"/>
                      <a:pt x="27" y="318"/>
                      <a:pt x="28" y="320"/>
                    </a:cubicBezTo>
                    <a:cubicBezTo>
                      <a:pt x="28" y="327"/>
                      <a:pt x="30" y="341"/>
                      <a:pt x="31" y="353"/>
                    </a:cubicBezTo>
                    <a:cubicBezTo>
                      <a:pt x="32" y="362"/>
                      <a:pt x="32" y="362"/>
                      <a:pt x="32" y="362"/>
                    </a:cubicBezTo>
                    <a:cubicBezTo>
                      <a:pt x="32" y="362"/>
                      <a:pt x="32" y="363"/>
                      <a:pt x="32" y="364"/>
                    </a:cubicBezTo>
                    <a:cubicBezTo>
                      <a:pt x="33" y="369"/>
                      <a:pt x="33" y="369"/>
                      <a:pt x="33" y="369"/>
                    </a:cubicBezTo>
                    <a:cubicBezTo>
                      <a:pt x="33" y="371"/>
                      <a:pt x="33" y="373"/>
                      <a:pt x="34" y="375"/>
                    </a:cubicBezTo>
                    <a:cubicBezTo>
                      <a:pt x="34" y="379"/>
                      <a:pt x="34" y="379"/>
                      <a:pt x="34" y="379"/>
                    </a:cubicBezTo>
                    <a:cubicBezTo>
                      <a:pt x="34" y="380"/>
                      <a:pt x="34" y="380"/>
                      <a:pt x="34" y="380"/>
                    </a:cubicBezTo>
                    <a:cubicBezTo>
                      <a:pt x="35" y="386"/>
                      <a:pt x="41" y="442"/>
                      <a:pt x="41" y="442"/>
                    </a:cubicBezTo>
                    <a:cubicBezTo>
                      <a:pt x="28" y="595"/>
                      <a:pt x="28" y="595"/>
                      <a:pt x="28" y="595"/>
                    </a:cubicBezTo>
                    <a:cubicBezTo>
                      <a:pt x="234" y="641"/>
                      <a:pt x="234" y="641"/>
                      <a:pt x="234" y="641"/>
                    </a:cubicBezTo>
                    <a:cubicBezTo>
                      <a:pt x="420" y="595"/>
                      <a:pt x="420" y="595"/>
                      <a:pt x="420" y="595"/>
                    </a:cubicBezTo>
                    <a:cubicBezTo>
                      <a:pt x="420" y="455"/>
                      <a:pt x="420" y="455"/>
                      <a:pt x="420" y="455"/>
                    </a:cubicBezTo>
                    <a:cubicBezTo>
                      <a:pt x="420" y="451"/>
                      <a:pt x="420" y="451"/>
                      <a:pt x="420" y="451"/>
                    </a:cubicBezTo>
                    <a:cubicBezTo>
                      <a:pt x="421" y="448"/>
                      <a:pt x="421" y="448"/>
                      <a:pt x="421" y="448"/>
                    </a:cubicBezTo>
                    <a:cubicBezTo>
                      <a:pt x="424" y="430"/>
                      <a:pt x="432" y="380"/>
                      <a:pt x="442" y="322"/>
                    </a:cubicBezTo>
                    <a:cubicBezTo>
                      <a:pt x="442" y="322"/>
                      <a:pt x="442" y="322"/>
                      <a:pt x="442" y="322"/>
                    </a:cubicBezTo>
                    <a:cubicBezTo>
                      <a:pt x="458" y="223"/>
                      <a:pt x="477" y="102"/>
                      <a:pt x="477" y="88"/>
                    </a:cubicBezTo>
                    <a:cubicBezTo>
                      <a:pt x="477" y="88"/>
                      <a:pt x="460" y="80"/>
                      <a:pt x="435" y="68"/>
                    </a:cubicBezTo>
                    <a:cubicBezTo>
                      <a:pt x="435" y="68"/>
                      <a:pt x="435" y="68"/>
                      <a:pt x="435" y="68"/>
                    </a:cubicBezTo>
                    <a:cubicBezTo>
                      <a:pt x="434" y="68"/>
                      <a:pt x="434" y="68"/>
                      <a:pt x="434" y="68"/>
                    </a:cubicBezTo>
                    <a:cubicBezTo>
                      <a:pt x="378" y="42"/>
                      <a:pt x="278" y="0"/>
                      <a:pt x="228" y="1"/>
                    </a:cubicBezTo>
                    <a:cubicBezTo>
                      <a:pt x="155" y="4"/>
                      <a:pt x="0" y="63"/>
                      <a:pt x="0" y="6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5" name="Google Shape;1285;p42"/>
              <p:cNvSpPr/>
              <p:nvPr/>
            </p:nvSpPr>
            <p:spPr>
              <a:xfrm flipH="1">
                <a:off x="738412" y="3639812"/>
                <a:ext cx="309092" cy="272328"/>
              </a:xfrm>
              <a:custGeom>
                <a:rect b="b" l="l" r="r" t="t"/>
                <a:pathLst>
                  <a:path extrusionOk="0" h="305" w="347">
                    <a:moveTo>
                      <a:pt x="156" y="31"/>
                    </a:moveTo>
                    <a:cubicBezTo>
                      <a:pt x="174" y="98"/>
                      <a:pt x="174" y="98"/>
                      <a:pt x="174" y="98"/>
                    </a:cubicBezTo>
                    <a:cubicBezTo>
                      <a:pt x="174" y="98"/>
                      <a:pt x="261" y="198"/>
                      <a:pt x="314" y="230"/>
                    </a:cubicBezTo>
                    <a:cubicBezTo>
                      <a:pt x="347" y="258"/>
                      <a:pt x="335" y="281"/>
                      <a:pt x="328" y="293"/>
                    </a:cubicBezTo>
                    <a:cubicBezTo>
                      <a:pt x="320" y="304"/>
                      <a:pt x="212" y="305"/>
                      <a:pt x="185" y="301"/>
                    </a:cubicBezTo>
                    <a:cubicBezTo>
                      <a:pt x="126" y="293"/>
                      <a:pt x="93" y="218"/>
                      <a:pt x="57" y="211"/>
                    </a:cubicBezTo>
                    <a:cubicBezTo>
                      <a:pt x="21" y="203"/>
                      <a:pt x="0" y="184"/>
                      <a:pt x="15" y="81"/>
                    </a:cubicBezTo>
                    <a:cubicBezTo>
                      <a:pt x="27" y="0"/>
                      <a:pt x="156" y="31"/>
                      <a:pt x="156"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6" name="Google Shape;1286;p42"/>
              <p:cNvSpPr/>
              <p:nvPr/>
            </p:nvSpPr>
            <p:spPr>
              <a:xfrm flipH="1">
                <a:off x="713221" y="3728319"/>
                <a:ext cx="332921" cy="230117"/>
              </a:xfrm>
              <a:custGeom>
                <a:rect b="b" l="l" r="r" t="t"/>
                <a:pathLst>
                  <a:path extrusionOk="0" h="258" w="373">
                    <a:moveTo>
                      <a:pt x="261" y="82"/>
                    </a:moveTo>
                    <a:cubicBezTo>
                      <a:pt x="261" y="82"/>
                      <a:pt x="296" y="107"/>
                      <a:pt x="326" y="137"/>
                    </a:cubicBezTo>
                    <a:cubicBezTo>
                      <a:pt x="355" y="168"/>
                      <a:pt x="373" y="194"/>
                      <a:pt x="370" y="208"/>
                    </a:cubicBezTo>
                    <a:cubicBezTo>
                      <a:pt x="366" y="221"/>
                      <a:pt x="295" y="258"/>
                      <a:pt x="180" y="213"/>
                    </a:cubicBezTo>
                    <a:cubicBezTo>
                      <a:pt x="122" y="183"/>
                      <a:pt x="6" y="90"/>
                      <a:pt x="3" y="86"/>
                    </a:cubicBezTo>
                    <a:cubicBezTo>
                      <a:pt x="0" y="81"/>
                      <a:pt x="1" y="13"/>
                      <a:pt x="11" y="0"/>
                    </a:cubicBezTo>
                    <a:cubicBezTo>
                      <a:pt x="11" y="0"/>
                      <a:pt x="16" y="31"/>
                      <a:pt x="37" y="44"/>
                    </a:cubicBezTo>
                    <a:cubicBezTo>
                      <a:pt x="59" y="57"/>
                      <a:pt x="149" y="117"/>
                      <a:pt x="149" y="117"/>
                    </a:cubicBezTo>
                    <a:cubicBezTo>
                      <a:pt x="149" y="117"/>
                      <a:pt x="198" y="70"/>
                      <a:pt x="261"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7" name="Google Shape;1287;p42"/>
              <p:cNvSpPr/>
              <p:nvPr/>
            </p:nvSpPr>
            <p:spPr>
              <a:xfrm flipH="1">
                <a:off x="1374978" y="3639812"/>
                <a:ext cx="312496" cy="272328"/>
              </a:xfrm>
              <a:custGeom>
                <a:rect b="b" l="l" r="r" t="t"/>
                <a:pathLst>
                  <a:path extrusionOk="0" h="305" w="350">
                    <a:moveTo>
                      <a:pt x="193" y="31"/>
                    </a:moveTo>
                    <a:cubicBezTo>
                      <a:pt x="176" y="98"/>
                      <a:pt x="176" y="98"/>
                      <a:pt x="176" y="98"/>
                    </a:cubicBezTo>
                    <a:cubicBezTo>
                      <a:pt x="176" y="98"/>
                      <a:pt x="76" y="205"/>
                      <a:pt x="29" y="233"/>
                    </a:cubicBezTo>
                    <a:cubicBezTo>
                      <a:pt x="0" y="275"/>
                      <a:pt x="21" y="274"/>
                      <a:pt x="28" y="286"/>
                    </a:cubicBezTo>
                    <a:cubicBezTo>
                      <a:pt x="36" y="297"/>
                      <a:pt x="128" y="305"/>
                      <a:pt x="155" y="301"/>
                    </a:cubicBezTo>
                    <a:cubicBezTo>
                      <a:pt x="214" y="292"/>
                      <a:pt x="257" y="218"/>
                      <a:pt x="293" y="211"/>
                    </a:cubicBezTo>
                    <a:cubicBezTo>
                      <a:pt x="329" y="203"/>
                      <a:pt x="350" y="184"/>
                      <a:pt x="335" y="81"/>
                    </a:cubicBezTo>
                    <a:cubicBezTo>
                      <a:pt x="323" y="0"/>
                      <a:pt x="193" y="31"/>
                      <a:pt x="193" y="31"/>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8" name="Google Shape;1288;p42"/>
              <p:cNvSpPr/>
              <p:nvPr/>
            </p:nvSpPr>
            <p:spPr>
              <a:xfrm flipH="1">
                <a:off x="1377021" y="3728319"/>
                <a:ext cx="332239" cy="230117"/>
              </a:xfrm>
              <a:custGeom>
                <a:rect b="b" l="l" r="r" t="t"/>
                <a:pathLst>
                  <a:path extrusionOk="0" h="258" w="373">
                    <a:moveTo>
                      <a:pt x="112" y="82"/>
                    </a:moveTo>
                    <a:cubicBezTo>
                      <a:pt x="112" y="82"/>
                      <a:pt x="77" y="107"/>
                      <a:pt x="47" y="137"/>
                    </a:cubicBezTo>
                    <a:cubicBezTo>
                      <a:pt x="18" y="168"/>
                      <a:pt x="0" y="194"/>
                      <a:pt x="3" y="208"/>
                    </a:cubicBezTo>
                    <a:cubicBezTo>
                      <a:pt x="6" y="221"/>
                      <a:pt x="78" y="258"/>
                      <a:pt x="193" y="213"/>
                    </a:cubicBezTo>
                    <a:cubicBezTo>
                      <a:pt x="250" y="183"/>
                      <a:pt x="367" y="90"/>
                      <a:pt x="370" y="86"/>
                    </a:cubicBezTo>
                    <a:cubicBezTo>
                      <a:pt x="373" y="81"/>
                      <a:pt x="372" y="13"/>
                      <a:pt x="362" y="0"/>
                    </a:cubicBezTo>
                    <a:cubicBezTo>
                      <a:pt x="362" y="0"/>
                      <a:pt x="357" y="31"/>
                      <a:pt x="335" y="44"/>
                    </a:cubicBezTo>
                    <a:cubicBezTo>
                      <a:pt x="314" y="57"/>
                      <a:pt x="224" y="117"/>
                      <a:pt x="224" y="117"/>
                    </a:cubicBezTo>
                    <a:cubicBezTo>
                      <a:pt x="224" y="117"/>
                      <a:pt x="175" y="70"/>
                      <a:pt x="112" y="8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9" name="Google Shape;1289;p42"/>
              <p:cNvSpPr/>
              <p:nvPr/>
            </p:nvSpPr>
            <p:spPr>
              <a:xfrm flipH="1">
                <a:off x="835768" y="1991549"/>
                <a:ext cx="548060" cy="518785"/>
              </a:xfrm>
              <a:custGeom>
                <a:rect b="b" l="l" r="r" t="t"/>
                <a:pathLst>
                  <a:path extrusionOk="0" h="582" w="615">
                    <a:moveTo>
                      <a:pt x="0" y="88"/>
                    </a:moveTo>
                    <a:cubicBezTo>
                      <a:pt x="174" y="0"/>
                      <a:pt x="174" y="0"/>
                      <a:pt x="174" y="0"/>
                    </a:cubicBezTo>
                    <a:cubicBezTo>
                      <a:pt x="174" y="0"/>
                      <a:pt x="500" y="310"/>
                      <a:pt x="545" y="352"/>
                    </a:cubicBezTo>
                    <a:cubicBezTo>
                      <a:pt x="603" y="404"/>
                      <a:pt x="615" y="538"/>
                      <a:pt x="510" y="551"/>
                    </a:cubicBezTo>
                    <a:cubicBezTo>
                      <a:pt x="221" y="582"/>
                      <a:pt x="221" y="582"/>
                      <a:pt x="221" y="582"/>
                    </a:cubicBezTo>
                    <a:cubicBezTo>
                      <a:pt x="237" y="399"/>
                      <a:pt x="237" y="399"/>
                      <a:pt x="237" y="399"/>
                    </a:cubicBezTo>
                    <a:cubicBezTo>
                      <a:pt x="48" y="255"/>
                      <a:pt x="48" y="255"/>
                      <a:pt x="48" y="255"/>
                    </a:cubicBezTo>
                    <a:cubicBezTo>
                      <a:pt x="0" y="88"/>
                      <a:pt x="0" y="88"/>
                      <a:pt x="0"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0" name="Google Shape;1290;p42"/>
              <p:cNvSpPr/>
              <p:nvPr/>
            </p:nvSpPr>
            <p:spPr>
              <a:xfrm flipH="1">
                <a:off x="1041376" y="2250941"/>
                <a:ext cx="184502" cy="54466"/>
              </a:xfrm>
              <a:custGeom>
                <a:rect b="b" l="l" r="r" t="t"/>
                <a:pathLst>
                  <a:path extrusionOk="0" h="80" w="271">
                    <a:moveTo>
                      <a:pt x="0" y="0"/>
                    </a:moveTo>
                    <a:lnTo>
                      <a:pt x="5" y="68"/>
                    </a:lnTo>
                    <a:lnTo>
                      <a:pt x="271" y="80"/>
                    </a:lnTo>
                    <a:lnTo>
                      <a:pt x="0" y="0"/>
                    </a:lnTo>
                    <a:close/>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1" name="Google Shape;1291;p42"/>
              <p:cNvSpPr/>
              <p:nvPr/>
            </p:nvSpPr>
            <p:spPr>
              <a:xfrm flipH="1">
                <a:off x="1585351" y="1969082"/>
                <a:ext cx="395556" cy="444575"/>
              </a:xfrm>
              <a:custGeom>
                <a:rect b="b" l="l" r="r" t="t"/>
                <a:pathLst>
                  <a:path extrusionOk="0" h="498" w="443">
                    <a:moveTo>
                      <a:pt x="0" y="106"/>
                    </a:moveTo>
                    <a:cubicBezTo>
                      <a:pt x="0" y="106"/>
                      <a:pt x="208" y="496"/>
                      <a:pt x="287" y="497"/>
                    </a:cubicBezTo>
                    <a:cubicBezTo>
                      <a:pt x="365" y="498"/>
                      <a:pt x="443" y="264"/>
                      <a:pt x="443" y="264"/>
                    </a:cubicBezTo>
                    <a:cubicBezTo>
                      <a:pt x="366" y="0"/>
                      <a:pt x="366" y="0"/>
                      <a:pt x="366" y="0"/>
                    </a:cubicBezTo>
                    <a:cubicBezTo>
                      <a:pt x="366" y="0"/>
                      <a:pt x="282" y="287"/>
                      <a:pt x="273" y="291"/>
                    </a:cubicBezTo>
                    <a:cubicBezTo>
                      <a:pt x="47" y="16"/>
                      <a:pt x="47" y="16"/>
                      <a:pt x="47" y="16"/>
                    </a:cubicBezTo>
                    <a:cubicBezTo>
                      <a:pt x="0" y="106"/>
                      <a:pt x="0" y="106"/>
                      <a:pt x="0" y="10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2" name="Google Shape;1292;p42"/>
              <p:cNvSpPr/>
              <p:nvPr/>
            </p:nvSpPr>
            <p:spPr>
              <a:xfrm flipH="1">
                <a:off x="1950270" y="1940487"/>
                <a:ext cx="111654" cy="141611"/>
              </a:xfrm>
              <a:custGeom>
                <a:rect b="b" l="l" r="r" t="t"/>
                <a:pathLst>
                  <a:path extrusionOk="0" h="159" w="125">
                    <a:moveTo>
                      <a:pt x="110" y="141"/>
                    </a:moveTo>
                    <a:cubicBezTo>
                      <a:pt x="110" y="141"/>
                      <a:pt x="58" y="159"/>
                      <a:pt x="35" y="152"/>
                    </a:cubicBezTo>
                    <a:cubicBezTo>
                      <a:pt x="13" y="144"/>
                      <a:pt x="0" y="127"/>
                      <a:pt x="0" y="127"/>
                    </a:cubicBezTo>
                    <a:cubicBezTo>
                      <a:pt x="45" y="9"/>
                      <a:pt x="45" y="9"/>
                      <a:pt x="45" y="9"/>
                    </a:cubicBezTo>
                    <a:cubicBezTo>
                      <a:pt x="45" y="9"/>
                      <a:pt x="76" y="0"/>
                      <a:pt x="78" y="2"/>
                    </a:cubicBezTo>
                    <a:cubicBezTo>
                      <a:pt x="79" y="4"/>
                      <a:pt x="125" y="84"/>
                      <a:pt x="125" y="84"/>
                    </a:cubicBezTo>
                    <a:cubicBezTo>
                      <a:pt x="110" y="141"/>
                      <a:pt x="110" y="141"/>
                      <a:pt x="110" y="141"/>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3" name="Google Shape;1293;p42"/>
              <p:cNvSpPr/>
              <p:nvPr/>
            </p:nvSpPr>
            <p:spPr>
              <a:xfrm flipH="1">
                <a:off x="1997246" y="2075290"/>
                <a:ext cx="33360" cy="2723"/>
              </a:xfrm>
              <a:custGeom>
                <a:rect b="b" l="l" r="r" t="t"/>
                <a:pathLst>
                  <a:path extrusionOk="0" h="3" w="37">
                    <a:moveTo>
                      <a:pt x="37" y="0"/>
                    </a:moveTo>
                    <a:cubicBezTo>
                      <a:pt x="29" y="2"/>
                      <a:pt x="21" y="3"/>
                      <a:pt x="13" y="3"/>
                    </a:cubicBezTo>
                    <a:cubicBezTo>
                      <a:pt x="8" y="3"/>
                      <a:pt x="4" y="2"/>
                      <a:pt x="0" y="1"/>
                    </a:cubicBezTo>
                    <a:cubicBezTo>
                      <a:pt x="4" y="2"/>
                      <a:pt x="8" y="3"/>
                      <a:pt x="13" y="3"/>
                    </a:cubicBezTo>
                    <a:cubicBezTo>
                      <a:pt x="21" y="3"/>
                      <a:pt x="29" y="2"/>
                      <a:pt x="37" y="0"/>
                    </a:cubicBezTo>
                    <a:moveTo>
                      <a:pt x="37" y="0"/>
                    </a:moveTo>
                    <a:cubicBezTo>
                      <a:pt x="37" y="0"/>
                      <a:pt x="37" y="0"/>
                      <a:pt x="37" y="0"/>
                    </a:cubicBezTo>
                    <a:cubicBezTo>
                      <a:pt x="37" y="0"/>
                      <a:pt x="37" y="0"/>
                      <a:pt x="37" y="0"/>
                    </a:cubicBezTo>
                  </a:path>
                </a:pathLst>
              </a:custGeom>
              <a:solidFill>
                <a:srgbClr val="FFD1B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4" name="Google Shape;1294;p42"/>
              <p:cNvSpPr/>
              <p:nvPr/>
            </p:nvSpPr>
            <p:spPr>
              <a:xfrm flipH="1">
                <a:off x="1957759" y="2005846"/>
                <a:ext cx="99400" cy="72167"/>
              </a:xfrm>
              <a:custGeom>
                <a:rect b="b" l="l" r="r" t="t"/>
                <a:pathLst>
                  <a:path extrusionOk="0" h="81" w="112">
                    <a:moveTo>
                      <a:pt x="71" y="1"/>
                    </a:moveTo>
                    <a:cubicBezTo>
                      <a:pt x="72" y="2"/>
                      <a:pt x="72" y="2"/>
                      <a:pt x="72" y="2"/>
                    </a:cubicBezTo>
                    <a:cubicBezTo>
                      <a:pt x="74" y="4"/>
                      <a:pt x="75" y="6"/>
                      <a:pt x="77" y="7"/>
                    </a:cubicBezTo>
                    <a:cubicBezTo>
                      <a:pt x="75" y="5"/>
                      <a:pt x="73" y="3"/>
                      <a:pt x="71" y="1"/>
                    </a:cubicBezTo>
                    <a:moveTo>
                      <a:pt x="68" y="0"/>
                    </a:moveTo>
                    <a:cubicBezTo>
                      <a:pt x="68" y="0"/>
                      <a:pt x="68" y="0"/>
                      <a:pt x="68" y="1"/>
                    </a:cubicBezTo>
                    <a:cubicBezTo>
                      <a:pt x="66" y="19"/>
                      <a:pt x="66" y="19"/>
                      <a:pt x="66" y="19"/>
                    </a:cubicBezTo>
                    <a:cubicBezTo>
                      <a:pt x="66" y="20"/>
                      <a:pt x="66" y="21"/>
                      <a:pt x="65" y="23"/>
                    </a:cubicBezTo>
                    <a:cubicBezTo>
                      <a:pt x="65" y="23"/>
                      <a:pt x="65" y="23"/>
                      <a:pt x="65" y="23"/>
                    </a:cubicBezTo>
                    <a:cubicBezTo>
                      <a:pt x="62" y="52"/>
                      <a:pt x="62" y="52"/>
                      <a:pt x="62" y="52"/>
                    </a:cubicBezTo>
                    <a:cubicBezTo>
                      <a:pt x="61" y="60"/>
                      <a:pt x="54" y="66"/>
                      <a:pt x="47" y="66"/>
                    </a:cubicBezTo>
                    <a:cubicBezTo>
                      <a:pt x="46" y="66"/>
                      <a:pt x="46" y="66"/>
                      <a:pt x="45" y="66"/>
                    </a:cubicBezTo>
                    <a:cubicBezTo>
                      <a:pt x="38" y="65"/>
                      <a:pt x="38" y="65"/>
                      <a:pt x="38" y="65"/>
                    </a:cubicBezTo>
                    <a:cubicBezTo>
                      <a:pt x="24" y="63"/>
                      <a:pt x="24" y="63"/>
                      <a:pt x="24" y="63"/>
                    </a:cubicBezTo>
                    <a:cubicBezTo>
                      <a:pt x="21" y="63"/>
                      <a:pt x="18" y="62"/>
                      <a:pt x="16" y="60"/>
                    </a:cubicBezTo>
                    <a:cubicBezTo>
                      <a:pt x="15" y="60"/>
                      <a:pt x="15" y="60"/>
                      <a:pt x="14" y="60"/>
                    </a:cubicBezTo>
                    <a:cubicBezTo>
                      <a:pt x="9" y="60"/>
                      <a:pt x="5" y="60"/>
                      <a:pt x="0" y="59"/>
                    </a:cubicBezTo>
                    <a:cubicBezTo>
                      <a:pt x="6" y="65"/>
                      <a:pt x="16" y="74"/>
                      <a:pt x="30" y="79"/>
                    </a:cubicBezTo>
                    <a:cubicBezTo>
                      <a:pt x="30" y="79"/>
                      <a:pt x="30" y="79"/>
                      <a:pt x="30" y="79"/>
                    </a:cubicBezTo>
                    <a:cubicBezTo>
                      <a:pt x="34" y="80"/>
                      <a:pt x="38" y="81"/>
                      <a:pt x="43" y="81"/>
                    </a:cubicBezTo>
                    <a:cubicBezTo>
                      <a:pt x="51" y="81"/>
                      <a:pt x="59" y="80"/>
                      <a:pt x="67" y="78"/>
                    </a:cubicBezTo>
                    <a:cubicBezTo>
                      <a:pt x="67" y="78"/>
                      <a:pt x="67" y="78"/>
                      <a:pt x="67" y="78"/>
                    </a:cubicBezTo>
                    <a:cubicBezTo>
                      <a:pt x="67" y="78"/>
                      <a:pt x="67" y="78"/>
                      <a:pt x="67" y="78"/>
                    </a:cubicBezTo>
                    <a:cubicBezTo>
                      <a:pt x="76" y="76"/>
                      <a:pt x="84" y="74"/>
                      <a:pt x="91" y="72"/>
                    </a:cubicBezTo>
                    <a:cubicBezTo>
                      <a:pt x="112" y="49"/>
                      <a:pt x="109" y="22"/>
                      <a:pt x="109" y="22"/>
                    </a:cubicBezTo>
                    <a:cubicBezTo>
                      <a:pt x="109" y="22"/>
                      <a:pt x="109" y="22"/>
                      <a:pt x="109" y="22"/>
                    </a:cubicBezTo>
                    <a:cubicBezTo>
                      <a:pt x="99" y="20"/>
                      <a:pt x="92" y="17"/>
                      <a:pt x="86" y="13"/>
                    </a:cubicBezTo>
                    <a:cubicBezTo>
                      <a:pt x="86" y="13"/>
                      <a:pt x="86" y="13"/>
                      <a:pt x="86" y="13"/>
                    </a:cubicBezTo>
                    <a:cubicBezTo>
                      <a:pt x="80" y="11"/>
                      <a:pt x="75" y="8"/>
                      <a:pt x="71" y="4"/>
                    </a:cubicBezTo>
                    <a:cubicBezTo>
                      <a:pt x="70" y="2"/>
                      <a:pt x="69" y="1"/>
                      <a:pt x="68"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5" name="Google Shape;1295;p42"/>
              <p:cNvSpPr/>
              <p:nvPr/>
            </p:nvSpPr>
            <p:spPr>
              <a:xfrm flipH="1">
                <a:off x="2004736" y="1871725"/>
                <a:ext cx="5447" cy="49019"/>
              </a:xfrm>
              <a:custGeom>
                <a:rect b="b" l="l" r="r" t="t"/>
                <a:pathLst>
                  <a:path extrusionOk="0" h="72" w="8">
                    <a:moveTo>
                      <a:pt x="8" y="0"/>
                    </a:moveTo>
                    <a:lnTo>
                      <a:pt x="0" y="72"/>
                    </a:lnTo>
                    <a:lnTo>
                      <a:pt x="8"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1296" name="Google Shape;1296;p42"/>
              <p:cNvCxnSpPr/>
              <p:nvPr/>
            </p:nvCxnSpPr>
            <p:spPr>
              <a:xfrm>
                <a:off x="2004736" y="1871725"/>
                <a:ext cx="5400" cy="48900"/>
              </a:xfrm>
              <a:prstGeom prst="straightConnector1">
                <a:avLst/>
              </a:prstGeom>
              <a:noFill/>
              <a:ln>
                <a:noFill/>
              </a:ln>
            </p:spPr>
          </p:cxnSp>
          <p:sp>
            <p:nvSpPr>
              <p:cNvPr id="1297" name="Google Shape;1297;p42"/>
              <p:cNvSpPr/>
              <p:nvPr/>
            </p:nvSpPr>
            <p:spPr>
              <a:xfrm flipH="1">
                <a:off x="1995204" y="1871044"/>
                <a:ext cx="24510" cy="51742"/>
              </a:xfrm>
              <a:custGeom>
                <a:rect b="b" l="l" r="r" t="t"/>
                <a:pathLst>
                  <a:path extrusionOk="0" h="76" w="36">
                    <a:moveTo>
                      <a:pt x="27" y="76"/>
                    </a:moveTo>
                    <a:lnTo>
                      <a:pt x="0" y="72"/>
                    </a:lnTo>
                    <a:lnTo>
                      <a:pt x="9" y="0"/>
                    </a:lnTo>
                    <a:lnTo>
                      <a:pt x="36" y="3"/>
                    </a:lnTo>
                    <a:lnTo>
                      <a:pt x="27" y="76"/>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8" name="Google Shape;1298;p42"/>
              <p:cNvSpPr/>
              <p:nvPr/>
            </p:nvSpPr>
            <p:spPr>
              <a:xfrm flipH="1">
                <a:off x="1987034" y="1905085"/>
                <a:ext cx="61274" cy="160673"/>
              </a:xfrm>
              <a:custGeom>
                <a:rect b="b" l="l" r="r" t="t"/>
                <a:pathLst>
                  <a:path extrusionOk="0" h="180" w="69">
                    <a:moveTo>
                      <a:pt x="56" y="3"/>
                    </a:moveTo>
                    <a:cubicBezTo>
                      <a:pt x="49" y="2"/>
                      <a:pt x="49" y="2"/>
                      <a:pt x="49" y="2"/>
                    </a:cubicBezTo>
                    <a:cubicBezTo>
                      <a:pt x="48" y="2"/>
                      <a:pt x="48" y="2"/>
                      <a:pt x="48" y="2"/>
                    </a:cubicBezTo>
                    <a:cubicBezTo>
                      <a:pt x="34" y="0"/>
                      <a:pt x="34" y="0"/>
                      <a:pt x="34" y="0"/>
                    </a:cubicBezTo>
                    <a:cubicBezTo>
                      <a:pt x="17" y="14"/>
                      <a:pt x="17" y="14"/>
                      <a:pt x="17" y="14"/>
                    </a:cubicBezTo>
                    <a:cubicBezTo>
                      <a:pt x="1" y="159"/>
                      <a:pt x="1" y="159"/>
                      <a:pt x="1" y="159"/>
                    </a:cubicBezTo>
                    <a:cubicBezTo>
                      <a:pt x="0" y="168"/>
                      <a:pt x="5" y="175"/>
                      <a:pt x="14" y="176"/>
                    </a:cubicBezTo>
                    <a:cubicBezTo>
                      <a:pt x="28" y="178"/>
                      <a:pt x="28" y="178"/>
                      <a:pt x="28" y="178"/>
                    </a:cubicBezTo>
                    <a:cubicBezTo>
                      <a:pt x="35" y="179"/>
                      <a:pt x="35" y="179"/>
                      <a:pt x="35" y="179"/>
                    </a:cubicBezTo>
                    <a:cubicBezTo>
                      <a:pt x="43" y="180"/>
                      <a:pt x="51" y="173"/>
                      <a:pt x="52" y="165"/>
                    </a:cubicBezTo>
                    <a:cubicBezTo>
                      <a:pt x="69" y="20"/>
                      <a:pt x="69" y="20"/>
                      <a:pt x="69" y="20"/>
                    </a:cubicBezTo>
                    <a:cubicBezTo>
                      <a:pt x="56" y="3"/>
                      <a:pt x="56" y="3"/>
                      <a:pt x="56" y="3"/>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9" name="Google Shape;1299;p42"/>
              <p:cNvSpPr/>
              <p:nvPr/>
            </p:nvSpPr>
            <p:spPr>
              <a:xfrm flipH="1">
                <a:off x="1913506" y="1664075"/>
                <a:ext cx="161354" cy="202203"/>
              </a:xfrm>
              <a:custGeom>
                <a:rect b="b" l="l" r="r" t="t"/>
                <a:pathLst>
                  <a:path extrusionOk="0" h="227" w="181">
                    <a:moveTo>
                      <a:pt x="175" y="122"/>
                    </a:moveTo>
                    <a:cubicBezTo>
                      <a:pt x="170" y="182"/>
                      <a:pt x="127" y="227"/>
                      <a:pt x="80" y="222"/>
                    </a:cubicBezTo>
                    <a:cubicBezTo>
                      <a:pt x="33" y="218"/>
                      <a:pt x="0" y="166"/>
                      <a:pt x="6" y="106"/>
                    </a:cubicBezTo>
                    <a:cubicBezTo>
                      <a:pt x="11" y="46"/>
                      <a:pt x="54" y="0"/>
                      <a:pt x="101" y="5"/>
                    </a:cubicBezTo>
                    <a:cubicBezTo>
                      <a:pt x="148" y="9"/>
                      <a:pt x="181" y="62"/>
                      <a:pt x="175" y="122"/>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0" name="Google Shape;1300;p42"/>
              <p:cNvSpPr/>
              <p:nvPr/>
            </p:nvSpPr>
            <p:spPr>
              <a:xfrm flipH="1">
                <a:off x="1896486" y="1640246"/>
                <a:ext cx="197438" cy="255987"/>
              </a:xfrm>
              <a:custGeom>
                <a:rect b="b" l="l" r="r" t="t"/>
                <a:pathLst>
                  <a:path extrusionOk="0" h="287" w="221">
                    <a:moveTo>
                      <a:pt x="192" y="69"/>
                    </a:moveTo>
                    <a:cubicBezTo>
                      <a:pt x="163" y="13"/>
                      <a:pt x="104" y="0"/>
                      <a:pt x="58" y="41"/>
                    </a:cubicBezTo>
                    <a:cubicBezTo>
                      <a:pt x="13" y="82"/>
                      <a:pt x="0" y="161"/>
                      <a:pt x="29" y="218"/>
                    </a:cubicBezTo>
                    <a:cubicBezTo>
                      <a:pt x="58" y="274"/>
                      <a:pt x="118" y="287"/>
                      <a:pt x="163" y="246"/>
                    </a:cubicBezTo>
                    <a:cubicBezTo>
                      <a:pt x="208" y="205"/>
                      <a:pt x="221" y="126"/>
                      <a:pt x="192" y="69"/>
                    </a:cubicBezTo>
                    <a:close/>
                    <a:moveTo>
                      <a:pt x="153" y="227"/>
                    </a:moveTo>
                    <a:cubicBezTo>
                      <a:pt x="116" y="260"/>
                      <a:pt x="68" y="250"/>
                      <a:pt x="44" y="204"/>
                    </a:cubicBezTo>
                    <a:cubicBezTo>
                      <a:pt x="21" y="158"/>
                      <a:pt x="31" y="93"/>
                      <a:pt x="68" y="60"/>
                    </a:cubicBezTo>
                    <a:cubicBezTo>
                      <a:pt x="105" y="27"/>
                      <a:pt x="154" y="37"/>
                      <a:pt x="177" y="83"/>
                    </a:cubicBezTo>
                    <a:cubicBezTo>
                      <a:pt x="201" y="129"/>
                      <a:pt x="190" y="194"/>
                      <a:pt x="153" y="2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1" name="Google Shape;1301;p42"/>
              <p:cNvSpPr/>
              <p:nvPr/>
            </p:nvSpPr>
            <p:spPr>
              <a:xfrm flipH="1">
                <a:off x="1989757" y="1937083"/>
                <a:ext cx="101442" cy="123228"/>
              </a:xfrm>
              <a:custGeom>
                <a:rect b="b" l="l" r="r" t="t"/>
                <a:pathLst>
                  <a:path extrusionOk="0" h="138" w="114">
                    <a:moveTo>
                      <a:pt x="113" y="43"/>
                    </a:moveTo>
                    <a:cubicBezTo>
                      <a:pt x="112" y="50"/>
                      <a:pt x="103" y="52"/>
                      <a:pt x="100" y="53"/>
                    </a:cubicBezTo>
                    <a:cubicBezTo>
                      <a:pt x="100" y="53"/>
                      <a:pt x="100" y="53"/>
                      <a:pt x="100" y="53"/>
                    </a:cubicBezTo>
                    <a:cubicBezTo>
                      <a:pt x="99" y="53"/>
                      <a:pt x="100" y="53"/>
                      <a:pt x="99" y="53"/>
                    </a:cubicBezTo>
                    <a:cubicBezTo>
                      <a:pt x="99" y="54"/>
                      <a:pt x="100" y="55"/>
                      <a:pt x="103" y="58"/>
                    </a:cubicBezTo>
                    <a:cubicBezTo>
                      <a:pt x="106" y="61"/>
                      <a:pt x="109" y="65"/>
                      <a:pt x="108" y="73"/>
                    </a:cubicBezTo>
                    <a:cubicBezTo>
                      <a:pt x="108" y="76"/>
                      <a:pt x="106" y="78"/>
                      <a:pt x="104" y="79"/>
                    </a:cubicBezTo>
                    <a:cubicBezTo>
                      <a:pt x="100" y="82"/>
                      <a:pt x="95" y="83"/>
                      <a:pt x="95" y="83"/>
                    </a:cubicBezTo>
                    <a:cubicBezTo>
                      <a:pt x="95" y="83"/>
                      <a:pt x="95" y="83"/>
                      <a:pt x="95" y="83"/>
                    </a:cubicBezTo>
                    <a:cubicBezTo>
                      <a:pt x="96" y="84"/>
                      <a:pt x="106" y="89"/>
                      <a:pt x="103" y="100"/>
                    </a:cubicBezTo>
                    <a:cubicBezTo>
                      <a:pt x="101" y="111"/>
                      <a:pt x="85" y="110"/>
                      <a:pt x="85" y="111"/>
                    </a:cubicBezTo>
                    <a:cubicBezTo>
                      <a:pt x="85" y="111"/>
                      <a:pt x="89" y="113"/>
                      <a:pt x="92" y="116"/>
                    </a:cubicBezTo>
                    <a:cubicBezTo>
                      <a:pt x="93" y="118"/>
                      <a:pt x="94" y="121"/>
                      <a:pt x="92" y="124"/>
                    </a:cubicBezTo>
                    <a:cubicBezTo>
                      <a:pt x="89" y="130"/>
                      <a:pt x="79" y="133"/>
                      <a:pt x="72" y="135"/>
                    </a:cubicBezTo>
                    <a:cubicBezTo>
                      <a:pt x="71" y="135"/>
                      <a:pt x="70" y="135"/>
                      <a:pt x="69" y="136"/>
                    </a:cubicBezTo>
                    <a:cubicBezTo>
                      <a:pt x="68" y="136"/>
                      <a:pt x="68" y="136"/>
                      <a:pt x="68" y="136"/>
                    </a:cubicBezTo>
                    <a:cubicBezTo>
                      <a:pt x="67" y="136"/>
                      <a:pt x="67" y="136"/>
                      <a:pt x="67" y="136"/>
                    </a:cubicBezTo>
                    <a:cubicBezTo>
                      <a:pt x="50" y="138"/>
                      <a:pt x="26" y="137"/>
                      <a:pt x="15" y="127"/>
                    </a:cubicBezTo>
                    <a:cubicBezTo>
                      <a:pt x="11" y="123"/>
                      <a:pt x="11" y="111"/>
                      <a:pt x="14" y="104"/>
                    </a:cubicBezTo>
                    <a:cubicBezTo>
                      <a:pt x="0" y="94"/>
                      <a:pt x="3" y="71"/>
                      <a:pt x="12" y="67"/>
                    </a:cubicBezTo>
                    <a:cubicBezTo>
                      <a:pt x="0" y="47"/>
                      <a:pt x="7" y="37"/>
                      <a:pt x="17" y="33"/>
                    </a:cubicBezTo>
                    <a:cubicBezTo>
                      <a:pt x="14" y="14"/>
                      <a:pt x="26" y="2"/>
                      <a:pt x="33" y="0"/>
                    </a:cubicBezTo>
                    <a:cubicBezTo>
                      <a:pt x="41" y="0"/>
                      <a:pt x="54" y="3"/>
                      <a:pt x="73" y="10"/>
                    </a:cubicBezTo>
                    <a:cubicBezTo>
                      <a:pt x="73" y="10"/>
                      <a:pt x="73" y="10"/>
                      <a:pt x="73" y="10"/>
                    </a:cubicBezTo>
                    <a:cubicBezTo>
                      <a:pt x="73" y="10"/>
                      <a:pt x="73" y="11"/>
                      <a:pt x="74" y="11"/>
                    </a:cubicBezTo>
                    <a:cubicBezTo>
                      <a:pt x="76" y="12"/>
                      <a:pt x="86" y="15"/>
                      <a:pt x="88" y="17"/>
                    </a:cubicBezTo>
                    <a:cubicBezTo>
                      <a:pt x="105" y="24"/>
                      <a:pt x="114" y="36"/>
                      <a:pt x="113" y="43"/>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2" name="Google Shape;1302;p42"/>
              <p:cNvSpPr/>
              <p:nvPr/>
            </p:nvSpPr>
            <p:spPr>
              <a:xfrm flipH="1">
                <a:off x="1938015" y="1908489"/>
                <a:ext cx="118462" cy="117101"/>
              </a:xfrm>
              <a:custGeom>
                <a:rect b="b" l="l" r="r" t="t"/>
                <a:pathLst>
                  <a:path extrusionOk="0" h="131" w="133">
                    <a:moveTo>
                      <a:pt x="133" y="86"/>
                    </a:moveTo>
                    <a:cubicBezTo>
                      <a:pt x="133" y="86"/>
                      <a:pt x="116" y="34"/>
                      <a:pt x="82" y="7"/>
                    </a:cubicBezTo>
                    <a:cubicBezTo>
                      <a:pt x="65" y="0"/>
                      <a:pt x="0" y="52"/>
                      <a:pt x="0" y="52"/>
                    </a:cubicBezTo>
                    <a:cubicBezTo>
                      <a:pt x="5" y="77"/>
                      <a:pt x="38" y="80"/>
                      <a:pt x="61" y="61"/>
                    </a:cubicBezTo>
                    <a:cubicBezTo>
                      <a:pt x="61" y="61"/>
                      <a:pt x="44" y="116"/>
                      <a:pt x="108" y="131"/>
                    </a:cubicBezTo>
                    <a:cubicBezTo>
                      <a:pt x="133" y="86"/>
                      <a:pt x="133" y="86"/>
                      <a:pt x="133" y="86"/>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3" name="Google Shape;1303;p42"/>
              <p:cNvSpPr/>
              <p:nvPr/>
            </p:nvSpPr>
            <p:spPr>
              <a:xfrm flipH="1">
                <a:off x="1980907" y="2003804"/>
                <a:ext cx="15659" cy="13616"/>
              </a:xfrm>
              <a:custGeom>
                <a:rect b="b" l="l" r="r" t="t"/>
                <a:pathLst>
                  <a:path extrusionOk="0" h="15" w="18">
                    <a:moveTo>
                      <a:pt x="1" y="0"/>
                    </a:moveTo>
                    <a:cubicBezTo>
                      <a:pt x="1" y="1"/>
                      <a:pt x="1" y="2"/>
                      <a:pt x="0" y="2"/>
                    </a:cubicBezTo>
                    <a:cubicBezTo>
                      <a:pt x="1" y="3"/>
                      <a:pt x="2" y="4"/>
                      <a:pt x="3" y="6"/>
                    </a:cubicBezTo>
                    <a:cubicBezTo>
                      <a:pt x="7" y="10"/>
                      <a:pt x="12" y="13"/>
                      <a:pt x="18" y="15"/>
                    </a:cubicBezTo>
                    <a:cubicBezTo>
                      <a:pt x="18" y="15"/>
                      <a:pt x="18" y="15"/>
                      <a:pt x="18" y="15"/>
                    </a:cubicBezTo>
                    <a:cubicBezTo>
                      <a:pt x="14" y="13"/>
                      <a:pt x="12" y="11"/>
                      <a:pt x="9" y="9"/>
                    </a:cubicBezTo>
                    <a:cubicBezTo>
                      <a:pt x="7" y="8"/>
                      <a:pt x="6" y="6"/>
                      <a:pt x="4" y="4"/>
                    </a:cubicBezTo>
                    <a:cubicBezTo>
                      <a:pt x="4" y="4"/>
                      <a:pt x="4" y="4"/>
                      <a:pt x="3" y="3"/>
                    </a:cubicBezTo>
                    <a:cubicBezTo>
                      <a:pt x="3" y="2"/>
                      <a:pt x="2" y="1"/>
                      <a:pt x="1" y="0"/>
                    </a:cubicBezTo>
                  </a:path>
                </a:pathLst>
              </a:custGeom>
              <a:solidFill>
                <a:srgbClr val="FF643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4" name="Google Shape;1304;p42"/>
              <p:cNvSpPr/>
              <p:nvPr/>
            </p:nvSpPr>
            <p:spPr>
              <a:xfrm flipH="1">
                <a:off x="1995885" y="1954785"/>
                <a:ext cx="60593" cy="51061"/>
              </a:xfrm>
              <a:custGeom>
                <a:rect b="b" l="l" r="r" t="t"/>
                <a:pathLst>
                  <a:path extrusionOk="0" h="57" w="68">
                    <a:moveTo>
                      <a:pt x="0" y="0"/>
                    </a:moveTo>
                    <a:cubicBezTo>
                      <a:pt x="0" y="6"/>
                      <a:pt x="3" y="12"/>
                      <a:pt x="8" y="16"/>
                    </a:cubicBezTo>
                    <a:cubicBezTo>
                      <a:pt x="13" y="20"/>
                      <a:pt x="19" y="22"/>
                      <a:pt x="26" y="23"/>
                    </a:cubicBezTo>
                    <a:cubicBezTo>
                      <a:pt x="26" y="23"/>
                      <a:pt x="27" y="23"/>
                      <a:pt x="28" y="23"/>
                    </a:cubicBezTo>
                    <a:cubicBezTo>
                      <a:pt x="33" y="23"/>
                      <a:pt x="39" y="22"/>
                      <a:pt x="44" y="20"/>
                    </a:cubicBezTo>
                    <a:cubicBezTo>
                      <a:pt x="49" y="19"/>
                      <a:pt x="53" y="17"/>
                      <a:pt x="57" y="15"/>
                    </a:cubicBezTo>
                    <a:cubicBezTo>
                      <a:pt x="56" y="19"/>
                      <a:pt x="56" y="24"/>
                      <a:pt x="57" y="28"/>
                    </a:cubicBezTo>
                    <a:cubicBezTo>
                      <a:pt x="57" y="29"/>
                      <a:pt x="57" y="31"/>
                      <a:pt x="57" y="32"/>
                    </a:cubicBezTo>
                    <a:cubicBezTo>
                      <a:pt x="57" y="32"/>
                      <a:pt x="57" y="32"/>
                      <a:pt x="57" y="32"/>
                    </a:cubicBezTo>
                    <a:cubicBezTo>
                      <a:pt x="57" y="32"/>
                      <a:pt x="57" y="32"/>
                      <a:pt x="57" y="32"/>
                    </a:cubicBezTo>
                    <a:cubicBezTo>
                      <a:pt x="57" y="34"/>
                      <a:pt x="57" y="36"/>
                      <a:pt x="58" y="38"/>
                    </a:cubicBezTo>
                    <a:cubicBezTo>
                      <a:pt x="58" y="38"/>
                      <a:pt x="58" y="38"/>
                      <a:pt x="58" y="38"/>
                    </a:cubicBezTo>
                    <a:cubicBezTo>
                      <a:pt x="58" y="38"/>
                      <a:pt x="58" y="38"/>
                      <a:pt x="58" y="38"/>
                    </a:cubicBezTo>
                    <a:cubicBezTo>
                      <a:pt x="59" y="41"/>
                      <a:pt x="59" y="43"/>
                      <a:pt x="60" y="46"/>
                    </a:cubicBezTo>
                    <a:cubicBezTo>
                      <a:pt x="62" y="50"/>
                      <a:pt x="64" y="54"/>
                      <a:pt x="67" y="57"/>
                    </a:cubicBezTo>
                    <a:cubicBezTo>
                      <a:pt x="68" y="57"/>
                      <a:pt x="68" y="56"/>
                      <a:pt x="68" y="55"/>
                    </a:cubicBezTo>
                    <a:cubicBezTo>
                      <a:pt x="53" y="34"/>
                      <a:pt x="61" y="9"/>
                      <a:pt x="61" y="9"/>
                    </a:cubicBezTo>
                    <a:cubicBezTo>
                      <a:pt x="51" y="17"/>
                      <a:pt x="40" y="22"/>
                      <a:pt x="29" y="22"/>
                    </a:cubicBezTo>
                    <a:cubicBezTo>
                      <a:pt x="15" y="22"/>
                      <a:pt x="3" y="14"/>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5" name="Google Shape;1305;p42"/>
              <p:cNvSpPr/>
              <p:nvPr/>
            </p:nvSpPr>
            <p:spPr>
              <a:xfrm flipH="1">
                <a:off x="1980907" y="1954785"/>
                <a:ext cx="75571" cy="62635"/>
              </a:xfrm>
              <a:custGeom>
                <a:rect b="b" l="l" r="r" t="t"/>
                <a:pathLst>
                  <a:path extrusionOk="0" h="70" w="85">
                    <a:moveTo>
                      <a:pt x="76" y="64"/>
                    </a:moveTo>
                    <a:cubicBezTo>
                      <a:pt x="79" y="66"/>
                      <a:pt x="81" y="68"/>
                      <a:pt x="85" y="70"/>
                    </a:cubicBezTo>
                    <a:cubicBezTo>
                      <a:pt x="82" y="68"/>
                      <a:pt x="79" y="66"/>
                      <a:pt x="76" y="64"/>
                    </a:cubicBezTo>
                    <a:moveTo>
                      <a:pt x="0" y="0"/>
                    </a:moveTo>
                    <a:cubicBezTo>
                      <a:pt x="0" y="0"/>
                      <a:pt x="0" y="0"/>
                      <a:pt x="0" y="0"/>
                    </a:cubicBezTo>
                    <a:cubicBezTo>
                      <a:pt x="3" y="14"/>
                      <a:pt x="15" y="22"/>
                      <a:pt x="29" y="22"/>
                    </a:cubicBezTo>
                    <a:cubicBezTo>
                      <a:pt x="40" y="22"/>
                      <a:pt x="51" y="17"/>
                      <a:pt x="61" y="9"/>
                    </a:cubicBezTo>
                    <a:cubicBezTo>
                      <a:pt x="61" y="9"/>
                      <a:pt x="53" y="34"/>
                      <a:pt x="68" y="55"/>
                    </a:cubicBezTo>
                    <a:cubicBezTo>
                      <a:pt x="69" y="56"/>
                      <a:pt x="70" y="57"/>
                      <a:pt x="70" y="58"/>
                    </a:cubicBezTo>
                    <a:cubicBezTo>
                      <a:pt x="56" y="40"/>
                      <a:pt x="61" y="17"/>
                      <a:pt x="63" y="11"/>
                    </a:cubicBezTo>
                    <a:cubicBezTo>
                      <a:pt x="64" y="6"/>
                      <a:pt x="64" y="6"/>
                      <a:pt x="64" y="6"/>
                    </a:cubicBezTo>
                    <a:cubicBezTo>
                      <a:pt x="59" y="9"/>
                      <a:pt x="59" y="9"/>
                      <a:pt x="59" y="9"/>
                    </a:cubicBezTo>
                    <a:cubicBezTo>
                      <a:pt x="54" y="11"/>
                      <a:pt x="49" y="14"/>
                      <a:pt x="43" y="16"/>
                    </a:cubicBezTo>
                    <a:cubicBezTo>
                      <a:pt x="37" y="18"/>
                      <a:pt x="32" y="19"/>
                      <a:pt x="26" y="19"/>
                    </a:cubicBezTo>
                    <a:cubicBezTo>
                      <a:pt x="26" y="19"/>
                      <a:pt x="25" y="19"/>
                      <a:pt x="25" y="19"/>
                    </a:cubicBezTo>
                    <a:cubicBezTo>
                      <a:pt x="20" y="19"/>
                      <a:pt x="14" y="18"/>
                      <a:pt x="9" y="14"/>
                    </a:cubicBezTo>
                    <a:cubicBezTo>
                      <a:pt x="5" y="11"/>
                      <a:pt x="1" y="6"/>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6" name="Google Shape;1306;p42"/>
              <p:cNvSpPr/>
              <p:nvPr/>
            </p:nvSpPr>
            <p:spPr>
              <a:xfrm flipH="1">
                <a:off x="2008820" y="2029675"/>
                <a:ext cx="53785" cy="10893"/>
              </a:xfrm>
              <a:custGeom>
                <a:rect b="b" l="l" r="r" t="t"/>
                <a:pathLst>
                  <a:path extrusionOk="0" h="12" w="60">
                    <a:moveTo>
                      <a:pt x="0" y="0"/>
                    </a:moveTo>
                    <a:cubicBezTo>
                      <a:pt x="60" y="12"/>
                      <a:pt x="60" y="12"/>
                      <a:pt x="60" y="12"/>
                    </a:cubicBezTo>
                    <a:cubicBezTo>
                      <a:pt x="57" y="9"/>
                      <a:pt x="53" y="7"/>
                      <a:pt x="53" y="7"/>
                    </a:cubicBezTo>
                    <a:cubicBezTo>
                      <a:pt x="53" y="7"/>
                      <a:pt x="53" y="7"/>
                      <a:pt x="53" y="7"/>
                    </a:cubicBezTo>
                    <a:cubicBezTo>
                      <a:pt x="53" y="7"/>
                      <a:pt x="53" y="7"/>
                      <a:pt x="53" y="7"/>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7" name="Google Shape;1307;p42"/>
              <p:cNvSpPr/>
              <p:nvPr/>
            </p:nvSpPr>
            <p:spPr>
              <a:xfrm flipH="1">
                <a:off x="1998608" y="2000399"/>
                <a:ext cx="63316" cy="10893"/>
              </a:xfrm>
              <a:custGeom>
                <a:rect b="b" l="l" r="r" t="t"/>
                <a:pathLst>
                  <a:path extrusionOk="0" h="12" w="71">
                    <a:moveTo>
                      <a:pt x="0" y="0"/>
                    </a:moveTo>
                    <a:cubicBezTo>
                      <a:pt x="62" y="12"/>
                      <a:pt x="62" y="12"/>
                      <a:pt x="62" y="12"/>
                    </a:cubicBezTo>
                    <a:cubicBezTo>
                      <a:pt x="62" y="12"/>
                      <a:pt x="67" y="11"/>
                      <a:pt x="71" y="8"/>
                    </a:cubicBezTo>
                    <a:cubicBezTo>
                      <a:pt x="71" y="8"/>
                      <a:pt x="71" y="8"/>
                      <a:pt x="71" y="8"/>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8" name="Google Shape;1308;p42"/>
              <p:cNvSpPr/>
              <p:nvPr/>
            </p:nvSpPr>
            <p:spPr>
              <a:xfrm flipH="1">
                <a:off x="2004736" y="1974528"/>
                <a:ext cx="51742" cy="14297"/>
              </a:xfrm>
              <a:custGeom>
                <a:rect b="b" l="l" r="r" t="t"/>
                <a:pathLst>
                  <a:path extrusionOk="0" h="16" w="58">
                    <a:moveTo>
                      <a:pt x="0" y="0"/>
                    </a:moveTo>
                    <a:cubicBezTo>
                      <a:pt x="58" y="16"/>
                      <a:pt x="58" y="16"/>
                      <a:pt x="58" y="16"/>
                    </a:cubicBezTo>
                    <a:cubicBezTo>
                      <a:pt x="58" y="16"/>
                      <a:pt x="58" y="16"/>
                      <a:pt x="58" y="16"/>
                    </a:cubicBezTo>
                    <a:cubicBezTo>
                      <a:pt x="58" y="15"/>
                      <a:pt x="57" y="11"/>
                      <a:pt x="57" y="10"/>
                    </a:cubicBezTo>
                    <a:cubicBezTo>
                      <a:pt x="57" y="10"/>
                      <a:pt x="57" y="10"/>
                      <a:pt x="57" y="10"/>
                    </a:cubicBezTo>
                    <a:cubicBezTo>
                      <a:pt x="0" y="0"/>
                      <a:pt x="0" y="0"/>
                      <a:pt x="0"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9" name="Google Shape;1309;p42"/>
              <p:cNvSpPr/>
              <p:nvPr/>
            </p:nvSpPr>
            <p:spPr>
              <a:xfrm flipH="1">
                <a:off x="2004736" y="1983379"/>
                <a:ext cx="681" cy="5447"/>
              </a:xfrm>
              <a:custGeom>
                <a:rect b="b" l="l" r="r" t="t"/>
                <a:pathLst>
                  <a:path extrusionOk="0" h="6" w="1">
                    <a:moveTo>
                      <a:pt x="1" y="6"/>
                    </a:moveTo>
                    <a:cubicBezTo>
                      <a:pt x="1" y="6"/>
                      <a:pt x="1" y="6"/>
                      <a:pt x="1" y="6"/>
                    </a:cubicBezTo>
                    <a:cubicBezTo>
                      <a:pt x="1" y="6"/>
                      <a:pt x="1" y="6"/>
                      <a:pt x="1" y="6"/>
                    </a:cubicBezTo>
                    <a:cubicBezTo>
                      <a:pt x="1" y="6"/>
                      <a:pt x="1" y="6"/>
                      <a:pt x="1" y="6"/>
                    </a:cubicBezTo>
                    <a:moveTo>
                      <a:pt x="0" y="0"/>
                    </a:moveTo>
                    <a:cubicBezTo>
                      <a:pt x="0" y="0"/>
                      <a:pt x="0" y="0"/>
                      <a:pt x="0" y="0"/>
                    </a:cubicBezTo>
                    <a:cubicBezTo>
                      <a:pt x="0" y="0"/>
                      <a:pt x="0" y="0"/>
                      <a:pt x="0" y="0"/>
                    </a:cubicBezTo>
                    <a:cubicBezTo>
                      <a:pt x="0" y="0"/>
                      <a:pt x="0" y="0"/>
                      <a:pt x="0" y="0"/>
                    </a:cubicBezTo>
                  </a:path>
                </a:pathLst>
              </a:custGeom>
              <a:solidFill>
                <a:srgbClr val="FF5C3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0" name="Google Shape;1310;p42"/>
              <p:cNvSpPr/>
              <p:nvPr/>
            </p:nvSpPr>
            <p:spPr>
              <a:xfrm flipH="1">
                <a:off x="1583990" y="1959550"/>
                <a:ext cx="411214" cy="510615"/>
              </a:xfrm>
              <a:custGeom>
                <a:rect b="b" l="l" r="r" t="t"/>
                <a:pathLst>
                  <a:path extrusionOk="0" h="573" w="461">
                    <a:moveTo>
                      <a:pt x="461" y="327"/>
                    </a:moveTo>
                    <a:cubicBezTo>
                      <a:pt x="460" y="330"/>
                      <a:pt x="459" y="335"/>
                      <a:pt x="457" y="341"/>
                    </a:cubicBezTo>
                    <a:cubicBezTo>
                      <a:pt x="449" y="366"/>
                      <a:pt x="433" y="417"/>
                      <a:pt x="412" y="464"/>
                    </a:cubicBezTo>
                    <a:cubicBezTo>
                      <a:pt x="403" y="484"/>
                      <a:pt x="393" y="503"/>
                      <a:pt x="382" y="520"/>
                    </a:cubicBezTo>
                    <a:cubicBezTo>
                      <a:pt x="362" y="551"/>
                      <a:pt x="340" y="573"/>
                      <a:pt x="316" y="573"/>
                    </a:cubicBezTo>
                    <a:cubicBezTo>
                      <a:pt x="241" y="571"/>
                      <a:pt x="0" y="276"/>
                      <a:pt x="0" y="276"/>
                    </a:cubicBezTo>
                    <a:cubicBezTo>
                      <a:pt x="16" y="169"/>
                      <a:pt x="98" y="52"/>
                      <a:pt x="98" y="52"/>
                    </a:cubicBezTo>
                    <a:cubicBezTo>
                      <a:pt x="280" y="277"/>
                      <a:pt x="280" y="277"/>
                      <a:pt x="280" y="277"/>
                    </a:cubicBezTo>
                    <a:cubicBezTo>
                      <a:pt x="280" y="277"/>
                      <a:pt x="349" y="24"/>
                      <a:pt x="382" y="11"/>
                    </a:cubicBezTo>
                    <a:cubicBezTo>
                      <a:pt x="383" y="10"/>
                      <a:pt x="383" y="10"/>
                      <a:pt x="384" y="10"/>
                    </a:cubicBezTo>
                    <a:cubicBezTo>
                      <a:pt x="417" y="0"/>
                      <a:pt x="452" y="59"/>
                      <a:pt x="452" y="59"/>
                    </a:cubicBezTo>
                    <a:cubicBezTo>
                      <a:pt x="456" y="181"/>
                      <a:pt x="456" y="181"/>
                      <a:pt x="456" y="181"/>
                    </a:cubicBezTo>
                    <a:cubicBezTo>
                      <a:pt x="459" y="261"/>
                      <a:pt x="459" y="261"/>
                      <a:pt x="459" y="261"/>
                    </a:cubicBezTo>
                    <a:cubicBezTo>
                      <a:pt x="461" y="327"/>
                      <a:pt x="461" y="327"/>
                      <a:pt x="461" y="327"/>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1" name="Google Shape;1311;p42"/>
              <p:cNvSpPr/>
              <p:nvPr/>
            </p:nvSpPr>
            <p:spPr>
              <a:xfrm flipH="1">
                <a:off x="1625519" y="2133159"/>
                <a:ext cx="66040" cy="290029"/>
              </a:xfrm>
              <a:custGeom>
                <a:rect b="b" l="l" r="r" t="t"/>
                <a:pathLst>
                  <a:path extrusionOk="0" h="325" w="74">
                    <a:moveTo>
                      <a:pt x="42" y="0"/>
                    </a:moveTo>
                    <a:cubicBezTo>
                      <a:pt x="42" y="0"/>
                      <a:pt x="42" y="0"/>
                      <a:pt x="42" y="0"/>
                    </a:cubicBezTo>
                    <a:cubicBezTo>
                      <a:pt x="42" y="0"/>
                      <a:pt x="0" y="66"/>
                      <a:pt x="7" y="89"/>
                    </a:cubicBezTo>
                    <a:cubicBezTo>
                      <a:pt x="14" y="111"/>
                      <a:pt x="42" y="150"/>
                      <a:pt x="42" y="150"/>
                    </a:cubicBezTo>
                    <a:cubicBezTo>
                      <a:pt x="42" y="325"/>
                      <a:pt x="42" y="325"/>
                      <a:pt x="42" y="325"/>
                    </a:cubicBezTo>
                    <a:cubicBezTo>
                      <a:pt x="53" y="308"/>
                      <a:pt x="63" y="289"/>
                      <a:pt x="72" y="269"/>
                    </a:cubicBezTo>
                    <a:cubicBezTo>
                      <a:pt x="72" y="269"/>
                      <a:pt x="72" y="269"/>
                      <a:pt x="72" y="269"/>
                    </a:cubicBezTo>
                    <a:cubicBezTo>
                      <a:pt x="74" y="159"/>
                      <a:pt x="74" y="159"/>
                      <a:pt x="74" y="159"/>
                    </a:cubicBezTo>
                    <a:cubicBezTo>
                      <a:pt x="73" y="146"/>
                      <a:pt x="33" y="112"/>
                      <a:pt x="26" y="81"/>
                    </a:cubicBezTo>
                    <a:cubicBezTo>
                      <a:pt x="23" y="66"/>
                      <a:pt x="32" y="31"/>
                      <a:pt x="42" y="0"/>
                    </a:cubicBezTo>
                  </a:path>
                </a:pathLst>
              </a:custGeom>
              <a:solidFill>
                <a:srgbClr val="334157">
                  <a:alpha val="29110"/>
                </a:srgb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2" name="Google Shape;1312;p42"/>
              <p:cNvSpPr/>
              <p:nvPr/>
            </p:nvSpPr>
            <p:spPr>
              <a:xfrm flipH="1">
                <a:off x="1228602" y="1913255"/>
                <a:ext cx="442532" cy="590271"/>
              </a:xfrm>
              <a:custGeom>
                <a:rect b="b" l="l" r="r" t="t"/>
                <a:pathLst>
                  <a:path extrusionOk="0" h="662" w="496">
                    <a:moveTo>
                      <a:pt x="496" y="88"/>
                    </a:moveTo>
                    <a:cubicBezTo>
                      <a:pt x="461" y="323"/>
                      <a:pt x="461" y="323"/>
                      <a:pt x="461" y="323"/>
                    </a:cubicBezTo>
                    <a:cubicBezTo>
                      <a:pt x="461" y="322"/>
                      <a:pt x="461" y="322"/>
                      <a:pt x="461" y="322"/>
                    </a:cubicBezTo>
                    <a:cubicBezTo>
                      <a:pt x="461" y="322"/>
                      <a:pt x="461" y="322"/>
                      <a:pt x="461" y="322"/>
                    </a:cubicBezTo>
                    <a:cubicBezTo>
                      <a:pt x="460" y="321"/>
                      <a:pt x="460" y="321"/>
                      <a:pt x="460" y="321"/>
                    </a:cubicBezTo>
                    <a:cubicBezTo>
                      <a:pt x="440" y="448"/>
                      <a:pt x="440" y="448"/>
                      <a:pt x="440" y="448"/>
                    </a:cubicBezTo>
                    <a:cubicBezTo>
                      <a:pt x="440" y="451"/>
                      <a:pt x="440" y="451"/>
                      <a:pt x="440" y="451"/>
                    </a:cubicBezTo>
                    <a:cubicBezTo>
                      <a:pt x="455" y="595"/>
                      <a:pt x="455" y="595"/>
                      <a:pt x="455" y="595"/>
                    </a:cubicBezTo>
                    <a:cubicBezTo>
                      <a:pt x="455" y="595"/>
                      <a:pt x="214" y="662"/>
                      <a:pt x="47" y="595"/>
                    </a:cubicBezTo>
                    <a:cubicBezTo>
                      <a:pt x="47" y="572"/>
                      <a:pt x="47" y="572"/>
                      <a:pt x="47" y="572"/>
                    </a:cubicBezTo>
                    <a:cubicBezTo>
                      <a:pt x="49" y="516"/>
                      <a:pt x="49" y="516"/>
                      <a:pt x="49" y="516"/>
                    </a:cubicBezTo>
                    <a:cubicBezTo>
                      <a:pt x="51" y="406"/>
                      <a:pt x="51" y="406"/>
                      <a:pt x="51" y="406"/>
                    </a:cubicBezTo>
                    <a:cubicBezTo>
                      <a:pt x="50" y="393"/>
                      <a:pt x="10" y="359"/>
                      <a:pt x="3" y="328"/>
                    </a:cubicBezTo>
                    <a:cubicBezTo>
                      <a:pt x="0" y="313"/>
                      <a:pt x="9" y="278"/>
                      <a:pt x="19" y="247"/>
                    </a:cubicBezTo>
                    <a:cubicBezTo>
                      <a:pt x="28" y="219"/>
                      <a:pt x="37" y="196"/>
                      <a:pt x="37" y="196"/>
                    </a:cubicBezTo>
                    <a:cubicBezTo>
                      <a:pt x="19" y="63"/>
                      <a:pt x="19" y="63"/>
                      <a:pt x="19" y="63"/>
                    </a:cubicBezTo>
                    <a:cubicBezTo>
                      <a:pt x="20" y="62"/>
                      <a:pt x="20" y="62"/>
                      <a:pt x="21" y="62"/>
                    </a:cubicBezTo>
                    <a:cubicBezTo>
                      <a:pt x="38" y="56"/>
                      <a:pt x="178" y="4"/>
                      <a:pt x="247" y="1"/>
                    </a:cubicBezTo>
                    <a:cubicBezTo>
                      <a:pt x="297" y="0"/>
                      <a:pt x="397" y="42"/>
                      <a:pt x="453" y="68"/>
                    </a:cubicBezTo>
                    <a:cubicBezTo>
                      <a:pt x="454" y="68"/>
                      <a:pt x="454" y="68"/>
                      <a:pt x="454" y="68"/>
                    </a:cubicBezTo>
                    <a:cubicBezTo>
                      <a:pt x="454" y="68"/>
                      <a:pt x="454" y="68"/>
                      <a:pt x="454" y="68"/>
                    </a:cubicBezTo>
                    <a:cubicBezTo>
                      <a:pt x="479" y="80"/>
                      <a:pt x="496" y="88"/>
                      <a:pt x="496" y="88"/>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3" name="Google Shape;1313;p42"/>
              <p:cNvSpPr/>
              <p:nvPr/>
            </p:nvSpPr>
            <p:spPr>
              <a:xfrm flipH="1">
                <a:off x="885470" y="2443613"/>
                <a:ext cx="822429" cy="1230922"/>
              </a:xfrm>
              <a:custGeom>
                <a:rect b="b" l="l" r="r" t="t"/>
                <a:pathLst>
                  <a:path extrusionOk="0" h="1380" w="922">
                    <a:moveTo>
                      <a:pt x="7" y="256"/>
                    </a:moveTo>
                    <a:cubicBezTo>
                      <a:pt x="7" y="1338"/>
                      <a:pt x="7" y="1338"/>
                      <a:pt x="7" y="1338"/>
                    </a:cubicBezTo>
                    <a:cubicBezTo>
                      <a:pt x="7" y="1338"/>
                      <a:pt x="81" y="1380"/>
                      <a:pt x="214" y="1380"/>
                    </a:cubicBezTo>
                    <a:cubicBezTo>
                      <a:pt x="348" y="1380"/>
                      <a:pt x="428" y="1368"/>
                      <a:pt x="428" y="1368"/>
                    </a:cubicBezTo>
                    <a:cubicBezTo>
                      <a:pt x="324" y="356"/>
                      <a:pt x="324" y="356"/>
                      <a:pt x="324" y="356"/>
                    </a:cubicBezTo>
                    <a:cubicBezTo>
                      <a:pt x="538" y="1366"/>
                      <a:pt x="538" y="1366"/>
                      <a:pt x="538" y="1366"/>
                    </a:cubicBezTo>
                    <a:cubicBezTo>
                      <a:pt x="538" y="1366"/>
                      <a:pt x="653" y="1354"/>
                      <a:pt x="743" y="1332"/>
                    </a:cubicBezTo>
                    <a:cubicBezTo>
                      <a:pt x="834" y="1310"/>
                      <a:pt x="922" y="1248"/>
                      <a:pt x="922" y="1248"/>
                    </a:cubicBezTo>
                    <a:cubicBezTo>
                      <a:pt x="600" y="208"/>
                      <a:pt x="600" y="208"/>
                      <a:pt x="600" y="208"/>
                    </a:cubicBezTo>
                    <a:cubicBezTo>
                      <a:pt x="566" y="75"/>
                      <a:pt x="484" y="3"/>
                      <a:pt x="480" y="0"/>
                    </a:cubicBezTo>
                    <a:cubicBezTo>
                      <a:pt x="480" y="0"/>
                      <a:pt x="480" y="0"/>
                      <a:pt x="480" y="0"/>
                    </a:cubicBezTo>
                    <a:cubicBezTo>
                      <a:pt x="88" y="0"/>
                      <a:pt x="88" y="0"/>
                      <a:pt x="88" y="0"/>
                    </a:cubicBezTo>
                    <a:cubicBezTo>
                      <a:pt x="88" y="0"/>
                      <a:pt x="0" y="143"/>
                      <a:pt x="7" y="256"/>
                    </a:cubicBezTo>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4" name="Google Shape;1314;p42"/>
              <p:cNvSpPr/>
              <p:nvPr/>
            </p:nvSpPr>
            <p:spPr>
              <a:xfrm flipH="1">
                <a:off x="1392679" y="1810451"/>
                <a:ext cx="125271" cy="239648"/>
              </a:xfrm>
              <a:custGeom>
                <a:rect b="b" l="l" r="r" t="t"/>
                <a:pathLst>
                  <a:path extrusionOk="0" h="269" w="140">
                    <a:moveTo>
                      <a:pt x="0" y="142"/>
                    </a:moveTo>
                    <a:cubicBezTo>
                      <a:pt x="0" y="159"/>
                      <a:pt x="0" y="233"/>
                      <a:pt x="37" y="269"/>
                    </a:cubicBezTo>
                    <a:cubicBezTo>
                      <a:pt x="110" y="236"/>
                      <a:pt x="139" y="123"/>
                      <a:pt x="139" y="123"/>
                    </a:cubicBezTo>
                    <a:cubicBezTo>
                      <a:pt x="139" y="118"/>
                      <a:pt x="139" y="118"/>
                      <a:pt x="139" y="118"/>
                    </a:cubicBezTo>
                    <a:cubicBezTo>
                      <a:pt x="140" y="29"/>
                      <a:pt x="140" y="29"/>
                      <a:pt x="140" y="29"/>
                    </a:cubicBezTo>
                    <a:cubicBezTo>
                      <a:pt x="139" y="11"/>
                      <a:pt x="15" y="0"/>
                      <a:pt x="15" y="0"/>
                    </a:cubicBezTo>
                    <a:cubicBezTo>
                      <a:pt x="0" y="142"/>
                      <a:pt x="0" y="142"/>
                      <a:pt x="0" y="142"/>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5" name="Google Shape;1315;p42"/>
              <p:cNvSpPr/>
              <p:nvPr/>
            </p:nvSpPr>
            <p:spPr>
              <a:xfrm>
                <a:off x="1392679" y="1839726"/>
                <a:ext cx="0" cy="22467"/>
              </a:xfrm>
              <a:custGeom>
                <a:rect b="b" l="l" r="r" t="t"/>
                <a:pathLst>
                  <a:path extrusionOk="0" h="25" w="120000">
                    <a:moveTo>
                      <a:pt x="0" y="0"/>
                    </a:moveTo>
                    <a:cubicBezTo>
                      <a:pt x="0" y="0"/>
                      <a:pt x="0" y="0"/>
                      <a:pt x="0" y="0"/>
                    </a:cubicBezTo>
                    <a:cubicBezTo>
                      <a:pt x="0" y="25"/>
                      <a:pt x="0" y="25"/>
                      <a:pt x="0" y="25"/>
                    </a:cubicBezTo>
                    <a:cubicBezTo>
                      <a:pt x="0" y="25"/>
                      <a:pt x="0" y="25"/>
                      <a:pt x="0" y="25"/>
                    </a:cubicBezTo>
                    <a:cubicBezTo>
                      <a:pt x="0" y="0"/>
                      <a:pt x="0" y="0"/>
                      <a:pt x="0" y="0"/>
                    </a:cubicBezTo>
                  </a:path>
                </a:pathLst>
              </a:custGeom>
              <a:solidFill>
                <a:srgbClr val="27283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6" name="Google Shape;1316;p42"/>
              <p:cNvSpPr/>
              <p:nvPr/>
            </p:nvSpPr>
            <p:spPr>
              <a:xfrm flipH="1">
                <a:off x="1392679" y="1839726"/>
                <a:ext cx="117101" cy="61274"/>
              </a:xfrm>
              <a:custGeom>
                <a:rect b="b" l="l" r="r" t="t"/>
                <a:pathLst>
                  <a:path extrusionOk="0" h="69" w="131">
                    <a:moveTo>
                      <a:pt x="131" y="0"/>
                    </a:moveTo>
                    <a:cubicBezTo>
                      <a:pt x="100" y="30"/>
                      <a:pt x="51" y="64"/>
                      <a:pt x="11" y="64"/>
                    </a:cubicBezTo>
                    <a:cubicBezTo>
                      <a:pt x="7" y="64"/>
                      <a:pt x="4" y="63"/>
                      <a:pt x="1" y="63"/>
                    </a:cubicBezTo>
                    <a:cubicBezTo>
                      <a:pt x="0" y="64"/>
                      <a:pt x="0" y="64"/>
                      <a:pt x="0" y="64"/>
                    </a:cubicBezTo>
                    <a:cubicBezTo>
                      <a:pt x="0" y="64"/>
                      <a:pt x="14" y="69"/>
                      <a:pt x="35" y="69"/>
                    </a:cubicBezTo>
                    <a:cubicBezTo>
                      <a:pt x="61" y="69"/>
                      <a:pt x="98" y="61"/>
                      <a:pt x="131" y="25"/>
                    </a:cubicBezTo>
                    <a:cubicBezTo>
                      <a:pt x="131" y="0"/>
                      <a:pt x="131" y="0"/>
                      <a:pt x="131" y="0"/>
                    </a:cubicBezTo>
                  </a:path>
                </a:pathLst>
              </a:custGeom>
              <a:solidFill>
                <a:srgbClr val="FF865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7" name="Google Shape;1317;p42"/>
              <p:cNvSpPr/>
              <p:nvPr/>
            </p:nvSpPr>
            <p:spPr>
              <a:xfrm flipH="1">
                <a:off x="1351149" y="1610290"/>
                <a:ext cx="240330" cy="294795"/>
              </a:xfrm>
              <a:custGeom>
                <a:rect b="b" l="l" r="r" t="t"/>
                <a:pathLst>
                  <a:path extrusionOk="0" h="330" w="270">
                    <a:moveTo>
                      <a:pt x="2" y="168"/>
                    </a:moveTo>
                    <a:cubicBezTo>
                      <a:pt x="1" y="175"/>
                      <a:pt x="1" y="181"/>
                      <a:pt x="0" y="187"/>
                    </a:cubicBezTo>
                    <a:cubicBezTo>
                      <a:pt x="0" y="208"/>
                      <a:pt x="0" y="224"/>
                      <a:pt x="2" y="230"/>
                    </a:cubicBezTo>
                    <a:cubicBezTo>
                      <a:pt x="20" y="271"/>
                      <a:pt x="66" y="316"/>
                      <a:pt x="90" y="319"/>
                    </a:cubicBezTo>
                    <a:cubicBezTo>
                      <a:pt x="142" y="330"/>
                      <a:pt x="215" y="270"/>
                      <a:pt x="244" y="236"/>
                    </a:cubicBezTo>
                    <a:cubicBezTo>
                      <a:pt x="262" y="215"/>
                      <a:pt x="270" y="166"/>
                      <a:pt x="264" y="116"/>
                    </a:cubicBezTo>
                    <a:cubicBezTo>
                      <a:pt x="260" y="85"/>
                      <a:pt x="255" y="81"/>
                      <a:pt x="252" y="69"/>
                    </a:cubicBezTo>
                    <a:cubicBezTo>
                      <a:pt x="252" y="69"/>
                      <a:pt x="243" y="18"/>
                      <a:pt x="142" y="6"/>
                    </a:cubicBezTo>
                    <a:cubicBezTo>
                      <a:pt x="91" y="0"/>
                      <a:pt x="40" y="12"/>
                      <a:pt x="27" y="40"/>
                    </a:cubicBezTo>
                    <a:cubicBezTo>
                      <a:pt x="14" y="68"/>
                      <a:pt x="5" y="124"/>
                      <a:pt x="2" y="168"/>
                    </a:cubicBezTo>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8" name="Google Shape;1318;p42"/>
              <p:cNvSpPr/>
              <p:nvPr/>
            </p:nvSpPr>
            <p:spPr>
              <a:xfrm flipH="1">
                <a:off x="1406976" y="1777091"/>
                <a:ext cx="43572" cy="21786"/>
              </a:xfrm>
              <a:custGeom>
                <a:rect b="b" l="l" r="r" t="t"/>
                <a:pathLst>
                  <a:path extrusionOk="0" h="24" w="49">
                    <a:moveTo>
                      <a:pt x="26" y="0"/>
                    </a:moveTo>
                    <a:cubicBezTo>
                      <a:pt x="25" y="0"/>
                      <a:pt x="24" y="0"/>
                      <a:pt x="23" y="0"/>
                    </a:cubicBezTo>
                    <a:cubicBezTo>
                      <a:pt x="10" y="1"/>
                      <a:pt x="0" y="14"/>
                      <a:pt x="0" y="14"/>
                    </a:cubicBezTo>
                    <a:cubicBezTo>
                      <a:pt x="0" y="14"/>
                      <a:pt x="11" y="24"/>
                      <a:pt x="23" y="24"/>
                    </a:cubicBezTo>
                    <a:cubicBezTo>
                      <a:pt x="24" y="24"/>
                      <a:pt x="25" y="24"/>
                      <a:pt x="25" y="24"/>
                    </a:cubicBezTo>
                    <a:cubicBezTo>
                      <a:pt x="39" y="22"/>
                      <a:pt x="49" y="10"/>
                      <a:pt x="49" y="10"/>
                    </a:cubicBezTo>
                    <a:cubicBezTo>
                      <a:pt x="49" y="10"/>
                      <a:pt x="38" y="0"/>
                      <a:pt x="26"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9" name="Google Shape;1319;p42"/>
              <p:cNvSpPr/>
              <p:nvPr/>
            </p:nvSpPr>
            <p:spPr>
              <a:xfrm flipH="1">
                <a:off x="1575819" y="1760070"/>
                <a:ext cx="15659" cy="17020"/>
              </a:xfrm>
              <a:custGeom>
                <a:rect b="b" l="l" r="r" t="t"/>
                <a:pathLst>
                  <a:path extrusionOk="0" h="19" w="18">
                    <a:moveTo>
                      <a:pt x="2" y="0"/>
                    </a:moveTo>
                    <a:cubicBezTo>
                      <a:pt x="2" y="0"/>
                      <a:pt x="2" y="0"/>
                      <a:pt x="2" y="0"/>
                    </a:cubicBezTo>
                    <a:cubicBezTo>
                      <a:pt x="1" y="7"/>
                      <a:pt x="1" y="13"/>
                      <a:pt x="0" y="19"/>
                    </a:cubicBezTo>
                    <a:cubicBezTo>
                      <a:pt x="1" y="19"/>
                      <a:pt x="2" y="19"/>
                      <a:pt x="3" y="19"/>
                    </a:cubicBezTo>
                    <a:cubicBezTo>
                      <a:pt x="11" y="19"/>
                      <a:pt x="18" y="15"/>
                      <a:pt x="18" y="15"/>
                    </a:cubicBezTo>
                    <a:cubicBezTo>
                      <a:pt x="18" y="15"/>
                      <a:pt x="12" y="4"/>
                      <a:pt x="2" y="0"/>
                    </a:cubicBezTo>
                    <a:cubicBezTo>
                      <a:pt x="2" y="0"/>
                      <a:pt x="2" y="0"/>
                      <a:pt x="2" y="0"/>
                    </a:cubicBezTo>
                  </a:path>
                </a:pathLst>
              </a:custGeom>
              <a:solidFill>
                <a:srgbClr val="FF7B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0" name="Google Shape;1320;p42"/>
              <p:cNvSpPr/>
              <p:nvPr/>
            </p:nvSpPr>
            <p:spPr>
              <a:xfrm flipH="1">
                <a:off x="1542459" y="1736923"/>
                <a:ext cx="25191" cy="44934"/>
              </a:xfrm>
              <a:custGeom>
                <a:rect b="b" l="l" r="r" t="t"/>
                <a:pathLst>
                  <a:path extrusionOk="0" h="50" w="28">
                    <a:moveTo>
                      <a:pt x="0" y="0"/>
                    </a:moveTo>
                    <a:cubicBezTo>
                      <a:pt x="18" y="2"/>
                      <a:pt x="18" y="2"/>
                      <a:pt x="18" y="2"/>
                    </a:cubicBezTo>
                    <a:cubicBezTo>
                      <a:pt x="24" y="3"/>
                      <a:pt x="28" y="14"/>
                      <a:pt x="27" y="27"/>
                    </a:cubicBezTo>
                    <a:cubicBezTo>
                      <a:pt x="25" y="40"/>
                      <a:pt x="19" y="50"/>
                      <a:pt x="13" y="49"/>
                    </a:cubicBezTo>
                    <a:cubicBezTo>
                      <a:pt x="7" y="48"/>
                      <a:pt x="3" y="37"/>
                      <a:pt x="5" y="24"/>
                    </a:cubicBezTo>
                    <a:cubicBezTo>
                      <a:pt x="5" y="19"/>
                      <a:pt x="7" y="14"/>
                      <a:pt x="9" y="10"/>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1" name="Google Shape;1321;p42"/>
              <p:cNvSpPr/>
              <p:nvPr/>
            </p:nvSpPr>
            <p:spPr>
              <a:xfrm flipH="1">
                <a:off x="1437613" y="1681095"/>
                <a:ext cx="61274" cy="64678"/>
              </a:xfrm>
              <a:custGeom>
                <a:rect b="b" l="l" r="r" t="t"/>
                <a:pathLst>
                  <a:path extrusionOk="0" h="73" w="69">
                    <a:moveTo>
                      <a:pt x="0" y="45"/>
                    </a:moveTo>
                    <a:cubicBezTo>
                      <a:pt x="0" y="45"/>
                      <a:pt x="41" y="31"/>
                      <a:pt x="69" y="73"/>
                    </a:cubicBezTo>
                    <a:cubicBezTo>
                      <a:pt x="69" y="73"/>
                      <a:pt x="42" y="0"/>
                      <a:pt x="0" y="4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2" name="Google Shape;1322;p42"/>
              <p:cNvSpPr/>
              <p:nvPr/>
            </p:nvSpPr>
            <p:spPr>
              <a:xfrm flipH="1">
                <a:off x="1536332" y="1684499"/>
                <a:ext cx="49019" cy="48338"/>
              </a:xfrm>
              <a:custGeom>
                <a:rect b="b" l="l" r="r" t="t"/>
                <a:pathLst>
                  <a:path extrusionOk="0" h="54" w="55">
                    <a:moveTo>
                      <a:pt x="55" y="38"/>
                    </a:moveTo>
                    <a:cubicBezTo>
                      <a:pt x="55" y="38"/>
                      <a:pt x="23" y="25"/>
                      <a:pt x="0" y="54"/>
                    </a:cubicBezTo>
                    <a:cubicBezTo>
                      <a:pt x="0" y="54"/>
                      <a:pt x="26" y="0"/>
                      <a:pt x="55" y="3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3" name="Google Shape;1323;p42"/>
              <p:cNvSpPr/>
              <p:nvPr/>
            </p:nvSpPr>
            <p:spPr>
              <a:xfrm flipH="1">
                <a:off x="1464165" y="1808408"/>
                <a:ext cx="87145" cy="25871"/>
              </a:xfrm>
              <a:custGeom>
                <a:rect b="b" l="l" r="r" t="t"/>
                <a:pathLst>
                  <a:path extrusionOk="0" h="29" w="98">
                    <a:moveTo>
                      <a:pt x="31" y="25"/>
                    </a:moveTo>
                    <a:cubicBezTo>
                      <a:pt x="35" y="26"/>
                      <a:pt x="39" y="27"/>
                      <a:pt x="43" y="27"/>
                    </a:cubicBezTo>
                    <a:cubicBezTo>
                      <a:pt x="61" y="29"/>
                      <a:pt x="79" y="22"/>
                      <a:pt x="97" y="6"/>
                    </a:cubicBezTo>
                    <a:cubicBezTo>
                      <a:pt x="98" y="6"/>
                      <a:pt x="98" y="4"/>
                      <a:pt x="98" y="4"/>
                    </a:cubicBezTo>
                    <a:cubicBezTo>
                      <a:pt x="97" y="3"/>
                      <a:pt x="96" y="3"/>
                      <a:pt x="95" y="3"/>
                    </a:cubicBezTo>
                    <a:cubicBezTo>
                      <a:pt x="78" y="18"/>
                      <a:pt x="61" y="25"/>
                      <a:pt x="44" y="23"/>
                    </a:cubicBezTo>
                    <a:cubicBezTo>
                      <a:pt x="19" y="21"/>
                      <a:pt x="4" y="2"/>
                      <a:pt x="4" y="1"/>
                    </a:cubicBezTo>
                    <a:cubicBezTo>
                      <a:pt x="3" y="0"/>
                      <a:pt x="2" y="0"/>
                      <a:pt x="1" y="1"/>
                    </a:cubicBezTo>
                    <a:cubicBezTo>
                      <a:pt x="0" y="2"/>
                      <a:pt x="0" y="3"/>
                      <a:pt x="1" y="4"/>
                    </a:cubicBezTo>
                    <a:cubicBezTo>
                      <a:pt x="1" y="4"/>
                      <a:pt x="12" y="19"/>
                      <a:pt x="31" y="25"/>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4" name="Google Shape;1324;p42"/>
              <p:cNvSpPr/>
              <p:nvPr/>
            </p:nvSpPr>
            <p:spPr>
              <a:xfrm flipH="1">
                <a:off x="1302130" y="1721264"/>
                <a:ext cx="66040" cy="129356"/>
              </a:xfrm>
              <a:custGeom>
                <a:rect b="b" l="l" r="r" t="t"/>
                <a:pathLst>
                  <a:path extrusionOk="0" h="145" w="74">
                    <a:moveTo>
                      <a:pt x="4" y="41"/>
                    </a:moveTo>
                    <a:cubicBezTo>
                      <a:pt x="4" y="41"/>
                      <a:pt x="21" y="0"/>
                      <a:pt x="48" y="3"/>
                    </a:cubicBezTo>
                    <a:cubicBezTo>
                      <a:pt x="74" y="6"/>
                      <a:pt x="58" y="145"/>
                      <a:pt x="0" y="85"/>
                    </a:cubicBezTo>
                    <a:lnTo>
                      <a:pt x="4" y="41"/>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5" name="Google Shape;1325;p42"/>
              <p:cNvSpPr/>
              <p:nvPr/>
            </p:nvSpPr>
            <p:spPr>
              <a:xfrm flipH="1">
                <a:off x="1328001" y="1751220"/>
                <a:ext cx="33360" cy="27233"/>
              </a:xfrm>
              <a:custGeom>
                <a:rect b="b" l="l" r="r" t="t"/>
                <a:pathLst>
                  <a:path extrusionOk="0" h="30" w="38">
                    <a:moveTo>
                      <a:pt x="1" y="30"/>
                    </a:moveTo>
                    <a:cubicBezTo>
                      <a:pt x="2" y="30"/>
                      <a:pt x="3" y="30"/>
                      <a:pt x="3" y="29"/>
                    </a:cubicBezTo>
                    <a:cubicBezTo>
                      <a:pt x="3" y="29"/>
                      <a:pt x="6" y="19"/>
                      <a:pt x="13" y="17"/>
                    </a:cubicBezTo>
                    <a:cubicBezTo>
                      <a:pt x="16" y="16"/>
                      <a:pt x="19" y="17"/>
                      <a:pt x="23" y="20"/>
                    </a:cubicBezTo>
                    <a:cubicBezTo>
                      <a:pt x="24" y="20"/>
                      <a:pt x="25" y="20"/>
                      <a:pt x="25" y="20"/>
                    </a:cubicBezTo>
                    <a:cubicBezTo>
                      <a:pt x="26" y="19"/>
                      <a:pt x="26" y="18"/>
                      <a:pt x="25" y="17"/>
                    </a:cubicBezTo>
                    <a:cubicBezTo>
                      <a:pt x="20" y="14"/>
                      <a:pt x="16" y="13"/>
                      <a:pt x="12" y="14"/>
                    </a:cubicBezTo>
                    <a:cubicBezTo>
                      <a:pt x="11" y="14"/>
                      <a:pt x="10" y="15"/>
                      <a:pt x="9" y="15"/>
                    </a:cubicBezTo>
                    <a:cubicBezTo>
                      <a:pt x="14" y="8"/>
                      <a:pt x="20" y="4"/>
                      <a:pt x="25" y="4"/>
                    </a:cubicBezTo>
                    <a:cubicBezTo>
                      <a:pt x="28" y="5"/>
                      <a:pt x="31" y="7"/>
                      <a:pt x="33" y="11"/>
                    </a:cubicBezTo>
                    <a:cubicBezTo>
                      <a:pt x="34" y="14"/>
                      <a:pt x="35" y="17"/>
                      <a:pt x="35" y="17"/>
                    </a:cubicBezTo>
                    <a:cubicBezTo>
                      <a:pt x="35" y="17"/>
                      <a:pt x="36" y="18"/>
                      <a:pt x="37" y="18"/>
                    </a:cubicBezTo>
                    <a:cubicBezTo>
                      <a:pt x="38" y="18"/>
                      <a:pt x="38" y="17"/>
                      <a:pt x="38" y="16"/>
                    </a:cubicBezTo>
                    <a:cubicBezTo>
                      <a:pt x="38" y="15"/>
                      <a:pt x="36" y="3"/>
                      <a:pt x="26" y="1"/>
                    </a:cubicBezTo>
                    <a:cubicBezTo>
                      <a:pt x="16" y="0"/>
                      <a:pt x="4" y="12"/>
                      <a:pt x="0" y="28"/>
                    </a:cubicBezTo>
                    <a:cubicBezTo>
                      <a:pt x="0" y="29"/>
                      <a:pt x="0" y="30"/>
                      <a:pt x="1" y="30"/>
                    </a:cubicBez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6" name="Google Shape;1326;p42"/>
              <p:cNvSpPr/>
              <p:nvPr/>
            </p:nvSpPr>
            <p:spPr>
              <a:xfrm flipH="1">
                <a:off x="1306215" y="1546974"/>
                <a:ext cx="307050" cy="194714"/>
              </a:xfrm>
              <a:custGeom>
                <a:rect b="b" l="l" r="r" t="t"/>
                <a:pathLst>
                  <a:path extrusionOk="0" h="218" w="344">
                    <a:moveTo>
                      <a:pt x="38" y="175"/>
                    </a:moveTo>
                    <a:cubicBezTo>
                      <a:pt x="38" y="175"/>
                      <a:pt x="93" y="160"/>
                      <a:pt x="116" y="109"/>
                    </a:cubicBezTo>
                    <a:cubicBezTo>
                      <a:pt x="116" y="109"/>
                      <a:pt x="163" y="212"/>
                      <a:pt x="290" y="218"/>
                    </a:cubicBezTo>
                    <a:cubicBezTo>
                      <a:pt x="290" y="218"/>
                      <a:pt x="293" y="164"/>
                      <a:pt x="344" y="175"/>
                    </a:cubicBezTo>
                    <a:cubicBezTo>
                      <a:pt x="344" y="175"/>
                      <a:pt x="340" y="87"/>
                      <a:pt x="280" y="44"/>
                    </a:cubicBezTo>
                    <a:cubicBezTo>
                      <a:pt x="219" y="0"/>
                      <a:pt x="137" y="38"/>
                      <a:pt x="137" y="38"/>
                    </a:cubicBezTo>
                    <a:cubicBezTo>
                      <a:pt x="137" y="38"/>
                      <a:pt x="120" y="18"/>
                      <a:pt x="75" y="35"/>
                    </a:cubicBezTo>
                    <a:cubicBezTo>
                      <a:pt x="30" y="52"/>
                      <a:pt x="0" y="177"/>
                      <a:pt x="0" y="177"/>
                    </a:cubicBezTo>
                    <a:cubicBezTo>
                      <a:pt x="0" y="177"/>
                      <a:pt x="24" y="180"/>
                      <a:pt x="38" y="175"/>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7" name="Google Shape;1327;p42"/>
              <p:cNvSpPr/>
              <p:nvPr/>
            </p:nvSpPr>
            <p:spPr>
              <a:xfrm flipH="1">
                <a:off x="1161882" y="2299279"/>
                <a:ext cx="39487" cy="211054"/>
              </a:xfrm>
              <a:custGeom>
                <a:rect b="b" l="l" r="r" t="t"/>
                <a:pathLst>
                  <a:path extrusionOk="0" h="237" w="44">
                    <a:moveTo>
                      <a:pt x="0" y="119"/>
                    </a:moveTo>
                    <a:cubicBezTo>
                      <a:pt x="0" y="184"/>
                      <a:pt x="16" y="237"/>
                      <a:pt x="16" y="237"/>
                    </a:cubicBezTo>
                    <a:cubicBezTo>
                      <a:pt x="16" y="237"/>
                      <a:pt x="44" y="184"/>
                      <a:pt x="44" y="119"/>
                    </a:cubicBezTo>
                    <a:cubicBezTo>
                      <a:pt x="44" y="53"/>
                      <a:pt x="22" y="0"/>
                      <a:pt x="22" y="0"/>
                    </a:cubicBezTo>
                    <a:cubicBezTo>
                      <a:pt x="22" y="0"/>
                      <a:pt x="0" y="53"/>
                      <a:pt x="0" y="11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8" name="Google Shape;1328;p42"/>
              <p:cNvSpPr/>
              <p:nvPr/>
            </p:nvSpPr>
            <p:spPr>
              <a:xfrm flipH="1">
                <a:off x="1202050" y="2133840"/>
                <a:ext cx="322709" cy="447298"/>
              </a:xfrm>
              <a:custGeom>
                <a:rect b="b" l="l" r="r" t="t"/>
                <a:pathLst>
                  <a:path extrusionOk="0" h="501" w="362">
                    <a:moveTo>
                      <a:pt x="19" y="25"/>
                    </a:moveTo>
                    <a:cubicBezTo>
                      <a:pt x="312" y="0"/>
                      <a:pt x="312" y="0"/>
                      <a:pt x="312" y="0"/>
                    </a:cubicBezTo>
                    <a:cubicBezTo>
                      <a:pt x="319" y="1"/>
                      <a:pt x="325" y="7"/>
                      <a:pt x="326" y="15"/>
                    </a:cubicBezTo>
                    <a:cubicBezTo>
                      <a:pt x="361" y="459"/>
                      <a:pt x="361" y="459"/>
                      <a:pt x="361" y="459"/>
                    </a:cubicBezTo>
                    <a:cubicBezTo>
                      <a:pt x="362" y="469"/>
                      <a:pt x="353" y="477"/>
                      <a:pt x="343" y="476"/>
                    </a:cubicBezTo>
                    <a:cubicBezTo>
                      <a:pt x="50" y="501"/>
                      <a:pt x="50" y="501"/>
                      <a:pt x="50" y="501"/>
                    </a:cubicBezTo>
                    <a:cubicBezTo>
                      <a:pt x="42" y="500"/>
                      <a:pt x="36" y="494"/>
                      <a:pt x="36" y="486"/>
                    </a:cubicBezTo>
                    <a:cubicBezTo>
                      <a:pt x="1" y="43"/>
                      <a:pt x="1" y="43"/>
                      <a:pt x="1" y="43"/>
                    </a:cubicBezTo>
                    <a:cubicBezTo>
                      <a:pt x="0" y="33"/>
                      <a:pt x="9" y="24"/>
                      <a:pt x="19" y="25"/>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9" name="Google Shape;1329;p42"/>
              <p:cNvSpPr/>
              <p:nvPr/>
            </p:nvSpPr>
            <p:spPr>
              <a:xfrm flipH="1">
                <a:off x="1328007" y="2250941"/>
                <a:ext cx="70800" cy="72300"/>
              </a:xfrm>
              <a:prstGeom prst="ellipse">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0" name="Google Shape;1330;p42"/>
              <p:cNvSpPr/>
              <p:nvPr/>
            </p:nvSpPr>
            <p:spPr>
              <a:xfrm flipH="1">
                <a:off x="1153711" y="2244133"/>
                <a:ext cx="171567" cy="204927"/>
              </a:xfrm>
              <a:custGeom>
                <a:rect b="b" l="l" r="r" t="t"/>
                <a:pathLst>
                  <a:path extrusionOk="0" h="230" w="192">
                    <a:moveTo>
                      <a:pt x="128" y="230"/>
                    </a:moveTo>
                    <a:cubicBezTo>
                      <a:pt x="146" y="224"/>
                      <a:pt x="174" y="212"/>
                      <a:pt x="180" y="189"/>
                    </a:cubicBezTo>
                    <a:cubicBezTo>
                      <a:pt x="190" y="155"/>
                      <a:pt x="192" y="61"/>
                      <a:pt x="174" y="45"/>
                    </a:cubicBezTo>
                    <a:cubicBezTo>
                      <a:pt x="156" y="29"/>
                      <a:pt x="27" y="0"/>
                      <a:pt x="27" y="0"/>
                    </a:cubicBezTo>
                    <a:cubicBezTo>
                      <a:pt x="27" y="0"/>
                      <a:pt x="21" y="26"/>
                      <a:pt x="45" y="36"/>
                    </a:cubicBezTo>
                    <a:cubicBezTo>
                      <a:pt x="69" y="45"/>
                      <a:pt x="133" y="64"/>
                      <a:pt x="133" y="64"/>
                    </a:cubicBezTo>
                    <a:cubicBezTo>
                      <a:pt x="3" y="59"/>
                      <a:pt x="3" y="59"/>
                      <a:pt x="3" y="59"/>
                    </a:cubicBezTo>
                    <a:cubicBezTo>
                      <a:pt x="3" y="59"/>
                      <a:pt x="0" y="77"/>
                      <a:pt x="15" y="86"/>
                    </a:cubicBezTo>
                    <a:cubicBezTo>
                      <a:pt x="30" y="95"/>
                      <a:pt x="116" y="97"/>
                      <a:pt x="116" y="97"/>
                    </a:cubicBezTo>
                    <a:cubicBezTo>
                      <a:pt x="10" y="95"/>
                      <a:pt x="10" y="95"/>
                      <a:pt x="10" y="95"/>
                    </a:cubicBezTo>
                    <a:cubicBezTo>
                      <a:pt x="10" y="95"/>
                      <a:pt x="7" y="120"/>
                      <a:pt x="35" y="123"/>
                    </a:cubicBezTo>
                    <a:cubicBezTo>
                      <a:pt x="62" y="126"/>
                      <a:pt x="126" y="132"/>
                      <a:pt x="126" y="132"/>
                    </a:cubicBezTo>
                    <a:cubicBezTo>
                      <a:pt x="52" y="129"/>
                      <a:pt x="52" y="129"/>
                      <a:pt x="52" y="129"/>
                    </a:cubicBezTo>
                    <a:cubicBezTo>
                      <a:pt x="52" y="129"/>
                      <a:pt x="53" y="154"/>
                      <a:pt x="79" y="157"/>
                    </a:cubicBezTo>
                    <a:cubicBezTo>
                      <a:pt x="98" y="159"/>
                      <a:pt x="123" y="163"/>
                      <a:pt x="123" y="163"/>
                    </a:cubicBezTo>
                    <a:lnTo>
                      <a:pt x="128" y="230"/>
                    </a:lnTo>
                    <a:close/>
                  </a:path>
                </a:pathLst>
              </a:custGeom>
              <a:solidFill>
                <a:srgbClr val="FFA47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1" name="Google Shape;1331;p42"/>
              <p:cNvSpPr/>
              <p:nvPr/>
            </p:nvSpPr>
            <p:spPr>
              <a:xfrm flipH="1">
                <a:off x="1464846" y="1736923"/>
                <a:ext cx="27233" cy="47657"/>
              </a:xfrm>
              <a:custGeom>
                <a:rect b="b" l="l" r="r" t="t"/>
                <a:pathLst>
                  <a:path extrusionOk="0" h="53" w="30">
                    <a:moveTo>
                      <a:pt x="0" y="0"/>
                    </a:moveTo>
                    <a:cubicBezTo>
                      <a:pt x="19" y="2"/>
                      <a:pt x="19" y="2"/>
                      <a:pt x="19" y="2"/>
                    </a:cubicBezTo>
                    <a:cubicBezTo>
                      <a:pt x="26" y="3"/>
                      <a:pt x="30" y="15"/>
                      <a:pt x="28" y="28"/>
                    </a:cubicBezTo>
                    <a:cubicBezTo>
                      <a:pt x="27" y="42"/>
                      <a:pt x="20" y="53"/>
                      <a:pt x="14" y="52"/>
                    </a:cubicBezTo>
                    <a:cubicBezTo>
                      <a:pt x="8" y="51"/>
                      <a:pt x="4" y="40"/>
                      <a:pt x="5" y="26"/>
                    </a:cubicBezTo>
                    <a:cubicBezTo>
                      <a:pt x="6" y="20"/>
                      <a:pt x="7" y="15"/>
                      <a:pt x="9" y="11"/>
                    </a:cubicBezTo>
                    <a:lnTo>
                      <a:pt x="0"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32" name="Google Shape;1332;p42"/>
            <p:cNvGrpSpPr/>
            <p:nvPr/>
          </p:nvGrpSpPr>
          <p:grpSpPr>
            <a:xfrm>
              <a:off x="1880948" y="2504669"/>
              <a:ext cx="959226" cy="675313"/>
              <a:chOff x="4768936" y="2201894"/>
              <a:chExt cx="959226" cy="675313"/>
            </a:xfrm>
          </p:grpSpPr>
          <p:sp>
            <p:nvSpPr>
              <p:cNvPr id="1333" name="Google Shape;1333;p42"/>
              <p:cNvSpPr/>
              <p:nvPr/>
            </p:nvSpPr>
            <p:spPr>
              <a:xfrm>
                <a:off x="4768936" y="2201894"/>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4" name="Google Shape;1334;p42"/>
              <p:cNvSpPr/>
              <p:nvPr/>
            </p:nvSpPr>
            <p:spPr>
              <a:xfrm>
                <a:off x="4874390" y="2238397"/>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5" name="Google Shape;1335;p42"/>
              <p:cNvSpPr/>
              <p:nvPr/>
            </p:nvSpPr>
            <p:spPr>
              <a:xfrm>
                <a:off x="5109633" y="2384410"/>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6" name="Google Shape;1336;p42"/>
              <p:cNvSpPr/>
              <p:nvPr/>
            </p:nvSpPr>
            <p:spPr>
              <a:xfrm>
                <a:off x="5229284" y="2467556"/>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7" name="Google Shape;1337;p42"/>
              <p:cNvSpPr/>
              <p:nvPr/>
            </p:nvSpPr>
            <p:spPr>
              <a:xfrm>
                <a:off x="5355017" y="231546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8" name="Google Shape;1338;p42"/>
              <p:cNvSpPr/>
              <p:nvPr/>
            </p:nvSpPr>
            <p:spPr>
              <a:xfrm>
                <a:off x="5478722" y="2386438"/>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9" name="Google Shape;1339;p42"/>
              <p:cNvSpPr/>
              <p:nvPr/>
            </p:nvSpPr>
            <p:spPr>
              <a:xfrm>
                <a:off x="5604456" y="2222173"/>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0" name="Google Shape;1340;p42"/>
              <p:cNvSpPr/>
              <p:nvPr/>
            </p:nvSpPr>
            <p:spPr>
              <a:xfrm>
                <a:off x="4856139" y="254867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1" name="Google Shape;1341;p42"/>
              <p:cNvSpPr/>
              <p:nvPr/>
            </p:nvSpPr>
            <p:spPr>
              <a:xfrm>
                <a:off x="4848027" y="2635878"/>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2" name="Google Shape;1342;p42"/>
              <p:cNvSpPr/>
              <p:nvPr/>
            </p:nvSpPr>
            <p:spPr>
              <a:xfrm>
                <a:off x="4971732" y="2564899"/>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3" name="Google Shape;1343;p42"/>
              <p:cNvSpPr/>
              <p:nvPr/>
            </p:nvSpPr>
            <p:spPr>
              <a:xfrm>
                <a:off x="5093410" y="2491892"/>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4" name="Google Shape;1344;p42"/>
              <p:cNvSpPr/>
              <p:nvPr/>
            </p:nvSpPr>
            <p:spPr>
              <a:xfrm>
                <a:off x="5219143" y="2548675"/>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5" name="Google Shape;1345;p42"/>
              <p:cNvSpPr/>
              <p:nvPr/>
            </p:nvSpPr>
            <p:spPr>
              <a:xfrm>
                <a:off x="5342849" y="2418885"/>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6" name="Google Shape;1346;p42"/>
              <p:cNvSpPr/>
              <p:nvPr/>
            </p:nvSpPr>
            <p:spPr>
              <a:xfrm>
                <a:off x="5464527" y="2479724"/>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7" name="Google Shape;1347;p42"/>
              <p:cNvSpPr/>
              <p:nvPr/>
            </p:nvSpPr>
            <p:spPr>
              <a:xfrm>
                <a:off x="5588232" y="2329655"/>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p43"/>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Metrik Evaluasi</a:t>
            </a:r>
            <a:endParaRPr/>
          </a:p>
        </p:txBody>
      </p:sp>
      <p:sp>
        <p:nvSpPr>
          <p:cNvPr id="1353" name="Google Shape;1353;p43"/>
          <p:cNvSpPr txBox="1"/>
          <p:nvPr>
            <p:ph idx="1" type="subTitle"/>
          </p:nvPr>
        </p:nvSpPr>
        <p:spPr>
          <a:xfrm>
            <a:off x="864775" y="1489575"/>
            <a:ext cx="7864800" cy="2298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Performa model diukur dengan metrik berikut:</a:t>
            </a:r>
            <a:br>
              <a:rPr lang="en"/>
            </a:br>
            <a:endParaRPr/>
          </a:p>
          <a:p>
            <a:pPr indent="-330200" lvl="0" marL="457200" rtl="0" algn="l">
              <a:spcBef>
                <a:spcPts val="0"/>
              </a:spcBef>
              <a:spcAft>
                <a:spcPts val="0"/>
              </a:spcAft>
              <a:buSzPts val="1600"/>
              <a:buChar char="-"/>
            </a:pPr>
            <a:r>
              <a:rPr lang="en"/>
              <a:t>MAE (Mean Absolute Error)</a:t>
            </a:r>
            <a:endParaRPr/>
          </a:p>
          <a:p>
            <a:pPr indent="0" lvl="0" marL="457200" rtl="0" algn="l">
              <a:spcBef>
                <a:spcPts val="0"/>
              </a:spcBef>
              <a:spcAft>
                <a:spcPts val="0"/>
              </a:spcAft>
              <a:buNone/>
            </a:pPr>
            <a:r>
              <a:rPr lang="en"/>
              <a:t>Metrik evaluasi yang menghitung selisih rata - rata dari selisih absolut antara nilai prediksi dan nilai aktual.</a:t>
            </a:r>
            <a:endParaRPr/>
          </a:p>
          <a:p>
            <a:pPr indent="-330200" lvl="0" marL="457200" rtl="0" algn="l">
              <a:spcBef>
                <a:spcPts val="0"/>
              </a:spcBef>
              <a:spcAft>
                <a:spcPts val="0"/>
              </a:spcAft>
              <a:buSzPts val="1600"/>
              <a:buChar char="-"/>
            </a:pPr>
            <a:r>
              <a:rPr lang="en"/>
              <a:t>RMSE (Root Mean Squared Error)</a:t>
            </a:r>
            <a:endParaRPr/>
          </a:p>
          <a:p>
            <a:pPr indent="0" lvl="0" marL="457200" rtl="0" algn="l">
              <a:spcBef>
                <a:spcPts val="0"/>
              </a:spcBef>
              <a:spcAft>
                <a:spcPts val="0"/>
              </a:spcAft>
              <a:buNone/>
            </a:pPr>
            <a:r>
              <a:rPr lang="en"/>
              <a:t>Metrik evaluasi yang menghitung rata - rata dari selisih kuadrat antara nilai prediksi dan nilai aktual.</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44"/>
          <p:cNvSpPr txBox="1"/>
          <p:nvPr>
            <p:ph type="title"/>
          </p:nvPr>
        </p:nvSpPr>
        <p:spPr>
          <a:xfrm>
            <a:off x="720000" y="445025"/>
            <a:ext cx="4360200" cy="101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Hasil</a:t>
            </a:r>
            <a:endParaRPr/>
          </a:p>
        </p:txBody>
      </p:sp>
      <p:pic>
        <p:nvPicPr>
          <p:cNvPr id="1359" name="Google Shape;1359;p44"/>
          <p:cNvPicPr preferRelativeResize="0"/>
          <p:nvPr/>
        </p:nvPicPr>
        <p:blipFill>
          <a:blip r:embed="rId3">
            <a:alphaModFix/>
          </a:blip>
          <a:stretch>
            <a:fillRect/>
          </a:stretch>
        </p:blipFill>
        <p:spPr>
          <a:xfrm>
            <a:off x="152400" y="1611125"/>
            <a:ext cx="8839204" cy="131007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45"/>
          <p:cNvSpPr txBox="1"/>
          <p:nvPr>
            <p:ph type="title"/>
          </p:nvPr>
        </p:nvSpPr>
        <p:spPr>
          <a:xfrm>
            <a:off x="713263" y="677525"/>
            <a:ext cx="44481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1365" name="Google Shape;1365;p45"/>
          <p:cNvSpPr txBox="1"/>
          <p:nvPr>
            <p:ph idx="1" type="subTitle"/>
          </p:nvPr>
        </p:nvSpPr>
        <p:spPr>
          <a:xfrm>
            <a:off x="713225" y="1841450"/>
            <a:ext cx="4448100" cy="105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66" name="Google Shape;1366;p45"/>
          <p:cNvGrpSpPr/>
          <p:nvPr/>
        </p:nvGrpSpPr>
        <p:grpSpPr>
          <a:xfrm>
            <a:off x="1711667" y="3115538"/>
            <a:ext cx="399178" cy="399178"/>
            <a:chOff x="2038375" y="3798025"/>
            <a:chExt cx="841792" cy="841792"/>
          </a:xfrm>
        </p:grpSpPr>
        <p:sp>
          <p:nvSpPr>
            <p:cNvPr id="1367" name="Google Shape;1367;p45"/>
            <p:cNvSpPr/>
            <p:nvPr/>
          </p:nvSpPr>
          <p:spPr>
            <a:xfrm>
              <a:off x="2186646" y="3907135"/>
              <a:ext cx="545341" cy="623694"/>
            </a:xfrm>
            <a:custGeom>
              <a:rect b="b" l="l" r="r" t="t"/>
              <a:pathLst>
                <a:path extrusionOk="0" h="208768" w="182541">
                  <a:moveTo>
                    <a:pt x="124804" y="12232"/>
                  </a:moveTo>
                  <a:cubicBezTo>
                    <a:pt x="127609" y="36012"/>
                    <a:pt x="146529" y="54932"/>
                    <a:pt x="170308" y="57737"/>
                  </a:cubicBezTo>
                  <a:lnTo>
                    <a:pt x="170308" y="78353"/>
                  </a:lnTo>
                  <a:cubicBezTo>
                    <a:pt x="157261" y="77276"/>
                    <a:pt x="144865" y="72710"/>
                    <a:pt x="134166" y="65011"/>
                  </a:cubicBezTo>
                  <a:cubicBezTo>
                    <a:pt x="133084" y="64247"/>
                    <a:pt x="131821" y="63855"/>
                    <a:pt x="130560" y="63855"/>
                  </a:cubicBezTo>
                  <a:cubicBezTo>
                    <a:pt x="129615" y="63855"/>
                    <a:pt x="128671" y="64075"/>
                    <a:pt x="127805" y="64522"/>
                  </a:cubicBezTo>
                  <a:cubicBezTo>
                    <a:pt x="125750" y="65566"/>
                    <a:pt x="124478" y="67686"/>
                    <a:pt x="124478" y="69970"/>
                  </a:cubicBezTo>
                  <a:lnTo>
                    <a:pt x="124478" y="140429"/>
                  </a:lnTo>
                  <a:cubicBezTo>
                    <a:pt x="124478" y="171352"/>
                    <a:pt x="99295" y="196535"/>
                    <a:pt x="68339" y="196535"/>
                  </a:cubicBezTo>
                  <a:cubicBezTo>
                    <a:pt x="37383" y="196535"/>
                    <a:pt x="12233" y="171352"/>
                    <a:pt x="12233" y="140429"/>
                  </a:cubicBezTo>
                  <a:cubicBezTo>
                    <a:pt x="12233" y="111527"/>
                    <a:pt x="34153" y="87682"/>
                    <a:pt x="62239" y="84616"/>
                  </a:cubicBezTo>
                  <a:lnTo>
                    <a:pt x="62239" y="105330"/>
                  </a:lnTo>
                  <a:cubicBezTo>
                    <a:pt x="45505" y="108265"/>
                    <a:pt x="32751" y="122879"/>
                    <a:pt x="32751" y="140429"/>
                  </a:cubicBezTo>
                  <a:cubicBezTo>
                    <a:pt x="32751" y="160033"/>
                    <a:pt x="48702" y="176017"/>
                    <a:pt x="68339" y="176017"/>
                  </a:cubicBezTo>
                  <a:cubicBezTo>
                    <a:pt x="87976" y="176017"/>
                    <a:pt x="103927" y="160033"/>
                    <a:pt x="103927" y="140429"/>
                  </a:cubicBezTo>
                  <a:lnTo>
                    <a:pt x="103927" y="12232"/>
                  </a:lnTo>
                  <a:close/>
                  <a:moveTo>
                    <a:pt x="97827" y="0"/>
                  </a:moveTo>
                  <a:cubicBezTo>
                    <a:pt x="94435" y="0"/>
                    <a:pt x="91695" y="2740"/>
                    <a:pt x="91695" y="6133"/>
                  </a:cubicBezTo>
                  <a:lnTo>
                    <a:pt x="91695" y="140429"/>
                  </a:lnTo>
                  <a:cubicBezTo>
                    <a:pt x="91695" y="153313"/>
                    <a:pt x="81224" y="163784"/>
                    <a:pt x="68339" y="163784"/>
                  </a:cubicBezTo>
                  <a:cubicBezTo>
                    <a:pt x="55454" y="163784"/>
                    <a:pt x="44983" y="153313"/>
                    <a:pt x="44983" y="140429"/>
                  </a:cubicBezTo>
                  <a:cubicBezTo>
                    <a:pt x="44983" y="127544"/>
                    <a:pt x="55454" y="117040"/>
                    <a:pt x="68339" y="117040"/>
                  </a:cubicBezTo>
                  <a:cubicBezTo>
                    <a:pt x="71731" y="117040"/>
                    <a:pt x="74471" y="114300"/>
                    <a:pt x="74471" y="110940"/>
                  </a:cubicBezTo>
                  <a:lnTo>
                    <a:pt x="74471" y="78190"/>
                  </a:lnTo>
                  <a:cubicBezTo>
                    <a:pt x="74471" y="74797"/>
                    <a:pt x="71731" y="72057"/>
                    <a:pt x="68339" y="72057"/>
                  </a:cubicBezTo>
                  <a:cubicBezTo>
                    <a:pt x="30663" y="72057"/>
                    <a:pt x="0" y="102720"/>
                    <a:pt x="0" y="140429"/>
                  </a:cubicBezTo>
                  <a:cubicBezTo>
                    <a:pt x="0" y="178104"/>
                    <a:pt x="30663" y="208767"/>
                    <a:pt x="68339" y="208767"/>
                  </a:cubicBezTo>
                  <a:cubicBezTo>
                    <a:pt x="106047" y="208767"/>
                    <a:pt x="136710" y="178104"/>
                    <a:pt x="136710" y="140429"/>
                  </a:cubicBezTo>
                  <a:lnTo>
                    <a:pt x="136710" y="80963"/>
                  </a:lnTo>
                  <a:cubicBezTo>
                    <a:pt x="148877" y="87454"/>
                    <a:pt x="162414" y="90846"/>
                    <a:pt x="176441" y="90846"/>
                  </a:cubicBezTo>
                  <a:cubicBezTo>
                    <a:pt x="179801" y="90846"/>
                    <a:pt x="182541" y="88106"/>
                    <a:pt x="182541" y="84746"/>
                  </a:cubicBezTo>
                  <a:lnTo>
                    <a:pt x="182541" y="51963"/>
                  </a:lnTo>
                  <a:cubicBezTo>
                    <a:pt x="182541" y="48604"/>
                    <a:pt x="179801" y="45864"/>
                    <a:pt x="176441" y="45864"/>
                  </a:cubicBezTo>
                  <a:cubicBezTo>
                    <a:pt x="154520" y="45864"/>
                    <a:pt x="136710" y="28020"/>
                    <a:pt x="136710" y="6133"/>
                  </a:cubicBezTo>
                  <a:cubicBezTo>
                    <a:pt x="136710" y="2740"/>
                    <a:pt x="133970" y="0"/>
                    <a:pt x="130578"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45"/>
            <p:cNvSpPr/>
            <p:nvPr/>
          </p:nvSpPr>
          <p:spPr>
            <a:xfrm>
              <a:off x="2038375" y="3798025"/>
              <a:ext cx="841792" cy="841792"/>
            </a:xfrm>
            <a:custGeom>
              <a:rect b="b" l="l" r="r" t="t"/>
              <a:pathLst>
                <a:path extrusionOk="0" h="19982" w="19982">
                  <a:moveTo>
                    <a:pt x="17017" y="1172"/>
                  </a:moveTo>
                  <a:cubicBezTo>
                    <a:pt x="17990" y="1172"/>
                    <a:pt x="18812" y="1975"/>
                    <a:pt x="18812" y="2927"/>
                  </a:cubicBezTo>
                  <a:lnTo>
                    <a:pt x="18812" y="17017"/>
                  </a:lnTo>
                  <a:cubicBezTo>
                    <a:pt x="18812" y="17990"/>
                    <a:pt x="17990" y="18811"/>
                    <a:pt x="17017" y="18811"/>
                  </a:cubicBezTo>
                  <a:lnTo>
                    <a:pt x="2966" y="18811"/>
                  </a:lnTo>
                  <a:cubicBezTo>
                    <a:pt x="1993" y="18811"/>
                    <a:pt x="1172" y="17990"/>
                    <a:pt x="1172" y="17017"/>
                  </a:cubicBezTo>
                  <a:lnTo>
                    <a:pt x="1172" y="2927"/>
                  </a:lnTo>
                  <a:cubicBezTo>
                    <a:pt x="1172" y="1975"/>
                    <a:pt x="1993" y="1172"/>
                    <a:pt x="2966" y="1172"/>
                  </a:cubicBezTo>
                  <a:close/>
                  <a:moveTo>
                    <a:pt x="2966" y="1"/>
                  </a:moveTo>
                  <a:cubicBezTo>
                    <a:pt x="1349" y="1"/>
                    <a:pt x="1" y="1310"/>
                    <a:pt x="1" y="2927"/>
                  </a:cubicBezTo>
                  <a:lnTo>
                    <a:pt x="1" y="17015"/>
                  </a:lnTo>
                  <a:cubicBezTo>
                    <a:pt x="1" y="18636"/>
                    <a:pt x="1349" y="19982"/>
                    <a:pt x="2966" y="19982"/>
                  </a:cubicBezTo>
                  <a:lnTo>
                    <a:pt x="17017" y="19982"/>
                  </a:lnTo>
                  <a:cubicBezTo>
                    <a:pt x="18635" y="19982"/>
                    <a:pt x="19982" y="18634"/>
                    <a:pt x="19982" y="17015"/>
                  </a:cubicBezTo>
                  <a:lnTo>
                    <a:pt x="19982" y="2927"/>
                  </a:lnTo>
                  <a:cubicBezTo>
                    <a:pt x="19982" y="1310"/>
                    <a:pt x="18635" y="1"/>
                    <a:pt x="1701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9" name="Google Shape;1369;p45"/>
          <p:cNvGrpSpPr/>
          <p:nvPr/>
        </p:nvGrpSpPr>
        <p:grpSpPr>
          <a:xfrm>
            <a:off x="2569312" y="3171892"/>
            <a:ext cx="407391" cy="286470"/>
            <a:chOff x="3476576" y="2633631"/>
            <a:chExt cx="417024" cy="293244"/>
          </a:xfrm>
        </p:grpSpPr>
        <p:sp>
          <p:nvSpPr>
            <p:cNvPr id="1370" name="Google Shape;1370;p45"/>
            <p:cNvSpPr/>
            <p:nvPr/>
          </p:nvSpPr>
          <p:spPr>
            <a:xfrm>
              <a:off x="3476576" y="2633631"/>
              <a:ext cx="417024" cy="293244"/>
            </a:xfrm>
            <a:custGeom>
              <a:rect b="b" l="l" r="r" t="t"/>
              <a:pathLst>
                <a:path extrusionOk="0" h="14051" w="19982">
                  <a:moveTo>
                    <a:pt x="17056" y="1172"/>
                  </a:moveTo>
                  <a:cubicBezTo>
                    <a:pt x="18023" y="1172"/>
                    <a:pt x="18811" y="1961"/>
                    <a:pt x="18811" y="2929"/>
                  </a:cubicBezTo>
                  <a:lnTo>
                    <a:pt x="18811" y="11124"/>
                  </a:lnTo>
                  <a:cubicBezTo>
                    <a:pt x="18811" y="12092"/>
                    <a:pt x="18023" y="12881"/>
                    <a:pt x="17056" y="12881"/>
                  </a:cubicBezTo>
                  <a:lnTo>
                    <a:pt x="2927" y="12881"/>
                  </a:lnTo>
                  <a:cubicBezTo>
                    <a:pt x="1959" y="12881"/>
                    <a:pt x="1172" y="12092"/>
                    <a:pt x="1172" y="11124"/>
                  </a:cubicBezTo>
                  <a:lnTo>
                    <a:pt x="1172" y="2929"/>
                  </a:lnTo>
                  <a:cubicBezTo>
                    <a:pt x="1172" y="1961"/>
                    <a:pt x="1959" y="1172"/>
                    <a:pt x="2927" y="1172"/>
                  </a:cubicBezTo>
                  <a:close/>
                  <a:moveTo>
                    <a:pt x="2927" y="1"/>
                  </a:moveTo>
                  <a:cubicBezTo>
                    <a:pt x="1313" y="1"/>
                    <a:pt x="1" y="1315"/>
                    <a:pt x="1" y="2929"/>
                  </a:cubicBezTo>
                  <a:lnTo>
                    <a:pt x="1" y="11124"/>
                  </a:lnTo>
                  <a:cubicBezTo>
                    <a:pt x="1" y="12738"/>
                    <a:pt x="1313" y="14050"/>
                    <a:pt x="2927" y="14050"/>
                  </a:cubicBezTo>
                  <a:lnTo>
                    <a:pt x="17056" y="14050"/>
                  </a:lnTo>
                  <a:cubicBezTo>
                    <a:pt x="18669" y="14050"/>
                    <a:pt x="19982" y="12738"/>
                    <a:pt x="19982" y="11124"/>
                  </a:cubicBezTo>
                  <a:lnTo>
                    <a:pt x="19982" y="2929"/>
                  </a:lnTo>
                  <a:cubicBezTo>
                    <a:pt x="19982" y="1315"/>
                    <a:pt x="18669" y="1"/>
                    <a:pt x="1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45"/>
            <p:cNvSpPr/>
            <p:nvPr/>
          </p:nvSpPr>
          <p:spPr>
            <a:xfrm>
              <a:off x="3636206" y="2706945"/>
              <a:ext cx="122194" cy="146633"/>
            </a:xfrm>
            <a:custGeom>
              <a:rect b="b" l="l" r="r" t="t"/>
              <a:pathLst>
                <a:path extrusionOk="0" h="7026" w="5855">
                  <a:moveTo>
                    <a:pt x="1172" y="1643"/>
                  </a:moveTo>
                  <a:lnTo>
                    <a:pt x="4165" y="3514"/>
                  </a:lnTo>
                  <a:lnTo>
                    <a:pt x="1172" y="5384"/>
                  </a:lnTo>
                  <a:lnTo>
                    <a:pt x="1172" y="1643"/>
                  </a:lnTo>
                  <a:close/>
                  <a:moveTo>
                    <a:pt x="586" y="0"/>
                  </a:moveTo>
                  <a:cubicBezTo>
                    <a:pt x="489" y="0"/>
                    <a:pt x="391" y="25"/>
                    <a:pt x="302" y="74"/>
                  </a:cubicBezTo>
                  <a:cubicBezTo>
                    <a:pt x="116" y="178"/>
                    <a:pt x="1" y="373"/>
                    <a:pt x="1" y="587"/>
                  </a:cubicBezTo>
                  <a:lnTo>
                    <a:pt x="1" y="6440"/>
                  </a:lnTo>
                  <a:cubicBezTo>
                    <a:pt x="1" y="6653"/>
                    <a:pt x="116" y="6849"/>
                    <a:pt x="302" y="6953"/>
                  </a:cubicBezTo>
                  <a:cubicBezTo>
                    <a:pt x="389" y="7001"/>
                    <a:pt x="487" y="7026"/>
                    <a:pt x="585" y="7026"/>
                  </a:cubicBezTo>
                  <a:cubicBezTo>
                    <a:pt x="693" y="7026"/>
                    <a:pt x="801" y="6997"/>
                    <a:pt x="896" y="6937"/>
                  </a:cubicBezTo>
                  <a:lnTo>
                    <a:pt x="5580" y="4010"/>
                  </a:lnTo>
                  <a:cubicBezTo>
                    <a:pt x="5750" y="3903"/>
                    <a:pt x="5854" y="3714"/>
                    <a:pt x="5854" y="3513"/>
                  </a:cubicBezTo>
                  <a:cubicBezTo>
                    <a:pt x="5854" y="3311"/>
                    <a:pt x="5750" y="3123"/>
                    <a:pt x="5580" y="3017"/>
                  </a:cubicBezTo>
                  <a:lnTo>
                    <a:pt x="896" y="90"/>
                  </a:lnTo>
                  <a:cubicBezTo>
                    <a:pt x="801" y="30"/>
                    <a:pt x="694" y="0"/>
                    <a:pt x="5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2" name="Google Shape;1372;p45"/>
          <p:cNvGrpSpPr/>
          <p:nvPr/>
        </p:nvGrpSpPr>
        <p:grpSpPr>
          <a:xfrm>
            <a:off x="845801" y="3111431"/>
            <a:ext cx="407432" cy="407391"/>
            <a:chOff x="812101" y="2571761"/>
            <a:chExt cx="417066" cy="417024"/>
          </a:xfrm>
        </p:grpSpPr>
        <p:sp>
          <p:nvSpPr>
            <p:cNvPr id="1373" name="Google Shape;1373;p45"/>
            <p:cNvSpPr/>
            <p:nvPr/>
          </p:nvSpPr>
          <p:spPr>
            <a:xfrm>
              <a:off x="935084" y="2694744"/>
              <a:ext cx="171071" cy="171071"/>
            </a:xfrm>
            <a:custGeom>
              <a:rect b="b" l="l" r="r" t="t"/>
              <a:pathLst>
                <a:path extrusionOk="0" h="8197" w="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45"/>
            <p:cNvSpPr/>
            <p:nvPr/>
          </p:nvSpPr>
          <p:spPr>
            <a:xfrm>
              <a:off x="860977" y="2620616"/>
              <a:ext cx="319311" cy="319290"/>
            </a:xfrm>
            <a:custGeom>
              <a:rect b="b" l="l" r="r" t="t"/>
              <a:pathLst>
                <a:path extrusionOk="0" h="15299" w="15300">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45"/>
            <p:cNvSpPr/>
            <p:nvPr/>
          </p:nvSpPr>
          <p:spPr>
            <a:xfrm>
              <a:off x="812101" y="2571761"/>
              <a:ext cx="417066" cy="417024"/>
            </a:xfrm>
            <a:custGeom>
              <a:rect b="b" l="l" r="r" t="t"/>
              <a:pathLst>
                <a:path extrusionOk="0" h="19982" w="19984">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45"/>
            <p:cNvSpPr/>
            <p:nvPr/>
          </p:nvSpPr>
          <p:spPr>
            <a:xfrm>
              <a:off x="1081712" y="2670306"/>
              <a:ext cx="48878" cy="48898"/>
            </a:xfrm>
            <a:custGeom>
              <a:rect b="b" l="l" r="r" t="t"/>
              <a:pathLst>
                <a:path extrusionOk="0" h="2343" w="2342">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7" name="Google Shape;1377;p45"/>
          <p:cNvGrpSpPr/>
          <p:nvPr/>
        </p:nvGrpSpPr>
        <p:grpSpPr>
          <a:xfrm>
            <a:off x="4984885" y="952956"/>
            <a:ext cx="3460669" cy="3679360"/>
            <a:chOff x="4977785" y="924631"/>
            <a:chExt cx="3460669" cy="3679360"/>
          </a:xfrm>
        </p:grpSpPr>
        <p:grpSp>
          <p:nvGrpSpPr>
            <p:cNvPr id="1378" name="Google Shape;1378;p45"/>
            <p:cNvGrpSpPr/>
            <p:nvPr/>
          </p:nvGrpSpPr>
          <p:grpSpPr>
            <a:xfrm>
              <a:off x="5409492" y="1599100"/>
              <a:ext cx="1988668" cy="1400059"/>
              <a:chOff x="3622711" y="1331469"/>
              <a:chExt cx="959226" cy="675313"/>
            </a:xfrm>
          </p:grpSpPr>
          <p:sp>
            <p:nvSpPr>
              <p:cNvPr id="1379" name="Google Shape;1379;p45"/>
              <p:cNvSpPr/>
              <p:nvPr/>
            </p:nvSpPr>
            <p:spPr>
              <a:xfrm>
                <a:off x="3622711" y="1331469"/>
                <a:ext cx="959226" cy="675313"/>
              </a:xfrm>
              <a:custGeom>
                <a:rect b="b" l="l" r="r" t="t"/>
                <a:pathLst>
                  <a:path extrusionOk="0" h="365" w="517">
                    <a:moveTo>
                      <a:pt x="503" y="365"/>
                    </a:moveTo>
                    <a:cubicBezTo>
                      <a:pt x="14" y="365"/>
                      <a:pt x="14" y="365"/>
                      <a:pt x="14" y="365"/>
                    </a:cubicBezTo>
                    <a:cubicBezTo>
                      <a:pt x="6" y="365"/>
                      <a:pt x="0" y="359"/>
                      <a:pt x="0" y="351"/>
                    </a:cubicBezTo>
                    <a:cubicBezTo>
                      <a:pt x="0" y="14"/>
                      <a:pt x="0" y="14"/>
                      <a:pt x="0" y="14"/>
                    </a:cubicBezTo>
                    <a:cubicBezTo>
                      <a:pt x="0" y="6"/>
                      <a:pt x="6" y="0"/>
                      <a:pt x="14" y="0"/>
                    </a:cubicBezTo>
                    <a:cubicBezTo>
                      <a:pt x="503" y="0"/>
                      <a:pt x="503" y="0"/>
                      <a:pt x="503" y="0"/>
                    </a:cubicBezTo>
                    <a:cubicBezTo>
                      <a:pt x="511" y="0"/>
                      <a:pt x="517" y="6"/>
                      <a:pt x="517" y="14"/>
                    </a:cubicBezTo>
                    <a:cubicBezTo>
                      <a:pt x="517" y="351"/>
                      <a:pt x="517" y="351"/>
                      <a:pt x="517" y="351"/>
                    </a:cubicBezTo>
                    <a:cubicBezTo>
                      <a:pt x="517" y="359"/>
                      <a:pt x="511" y="365"/>
                      <a:pt x="503" y="365"/>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0" name="Google Shape;1380;p45"/>
              <p:cNvSpPr/>
              <p:nvPr/>
            </p:nvSpPr>
            <p:spPr>
              <a:xfrm>
                <a:off x="3728165" y="1367972"/>
                <a:ext cx="750345" cy="332586"/>
              </a:xfrm>
              <a:custGeom>
                <a:rect b="b" l="l" r="r" t="t"/>
                <a:pathLst>
                  <a:path extrusionOk="0" h="164" w="370">
                    <a:moveTo>
                      <a:pt x="1" y="164"/>
                    </a:moveTo>
                    <a:lnTo>
                      <a:pt x="125" y="82"/>
                    </a:lnTo>
                    <a:lnTo>
                      <a:pt x="184" y="125"/>
                    </a:lnTo>
                    <a:lnTo>
                      <a:pt x="247" y="47"/>
                    </a:lnTo>
                    <a:lnTo>
                      <a:pt x="308" y="86"/>
                    </a:lnTo>
                    <a:lnTo>
                      <a:pt x="370" y="2"/>
                    </a:lnTo>
                    <a:lnTo>
                      <a:pt x="368" y="0"/>
                    </a:lnTo>
                    <a:lnTo>
                      <a:pt x="308" y="84"/>
                    </a:lnTo>
                    <a:lnTo>
                      <a:pt x="246" y="45"/>
                    </a:lnTo>
                    <a:lnTo>
                      <a:pt x="183" y="123"/>
                    </a:lnTo>
                    <a:lnTo>
                      <a:pt x="125" y="80"/>
                    </a:lnTo>
                    <a:lnTo>
                      <a:pt x="0" y="162"/>
                    </a:lnTo>
                    <a:lnTo>
                      <a:pt x="1" y="164"/>
                    </a:lnTo>
                    <a:lnTo>
                      <a:pt x="1" y="164"/>
                    </a:lnTo>
                    <a:close/>
                  </a:path>
                </a:pathLst>
              </a:custGeom>
              <a:solidFill>
                <a:srgbClr val="41578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1" name="Google Shape;1381;p45"/>
              <p:cNvSpPr/>
              <p:nvPr/>
            </p:nvSpPr>
            <p:spPr>
              <a:xfrm>
                <a:off x="3963408" y="1513985"/>
                <a:ext cx="363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2" name="Google Shape;1382;p45"/>
              <p:cNvSpPr/>
              <p:nvPr/>
            </p:nvSpPr>
            <p:spPr>
              <a:xfrm>
                <a:off x="4083059" y="1597131"/>
                <a:ext cx="36300" cy="387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3" name="Google Shape;1383;p45"/>
              <p:cNvSpPr/>
              <p:nvPr/>
            </p:nvSpPr>
            <p:spPr>
              <a:xfrm>
                <a:off x="4208792" y="1445035"/>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4" name="Google Shape;1384;p45"/>
              <p:cNvSpPr/>
              <p:nvPr/>
            </p:nvSpPr>
            <p:spPr>
              <a:xfrm>
                <a:off x="4332497" y="1516013"/>
                <a:ext cx="38700" cy="36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5" name="Google Shape;1385;p45"/>
              <p:cNvSpPr/>
              <p:nvPr/>
            </p:nvSpPr>
            <p:spPr>
              <a:xfrm>
                <a:off x="4458231" y="1351748"/>
                <a:ext cx="36300" cy="36300"/>
              </a:xfrm>
              <a:prstGeom prst="ellipse">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6" name="Google Shape;1386;p45"/>
              <p:cNvSpPr/>
              <p:nvPr/>
            </p:nvSpPr>
            <p:spPr>
              <a:xfrm>
                <a:off x="3709914" y="1678250"/>
                <a:ext cx="38700" cy="387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7" name="Google Shape;1387;p45"/>
              <p:cNvSpPr/>
              <p:nvPr/>
            </p:nvSpPr>
            <p:spPr>
              <a:xfrm>
                <a:off x="3701802" y="1765453"/>
                <a:ext cx="66923" cy="152098"/>
              </a:xfrm>
              <a:custGeom>
                <a:rect b="b" l="l" r="r" t="t"/>
                <a:pathLst>
                  <a:path extrusionOk="0" h="83" w="36">
                    <a:moveTo>
                      <a:pt x="36" y="23"/>
                    </a:moveTo>
                    <a:cubicBezTo>
                      <a:pt x="36" y="10"/>
                      <a:pt x="28" y="0"/>
                      <a:pt x="18" y="0"/>
                    </a:cubicBezTo>
                    <a:cubicBezTo>
                      <a:pt x="8" y="0"/>
                      <a:pt x="0" y="10"/>
                      <a:pt x="0" y="23"/>
                    </a:cubicBezTo>
                    <a:cubicBezTo>
                      <a:pt x="0" y="60"/>
                      <a:pt x="0" y="60"/>
                      <a:pt x="0" y="60"/>
                    </a:cubicBezTo>
                    <a:cubicBezTo>
                      <a:pt x="0" y="73"/>
                      <a:pt x="8" y="83"/>
                      <a:pt x="18" y="83"/>
                    </a:cubicBezTo>
                    <a:cubicBezTo>
                      <a:pt x="28" y="83"/>
                      <a:pt x="36" y="73"/>
                      <a:pt x="36" y="60"/>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8" name="Google Shape;1388;p45"/>
              <p:cNvSpPr/>
              <p:nvPr/>
            </p:nvSpPr>
            <p:spPr>
              <a:xfrm>
                <a:off x="3825507" y="1694474"/>
                <a:ext cx="66923" cy="223076"/>
              </a:xfrm>
              <a:custGeom>
                <a:rect b="b" l="l" r="r" t="t"/>
                <a:pathLst>
                  <a:path extrusionOk="0" h="121" w="36">
                    <a:moveTo>
                      <a:pt x="36" y="24"/>
                    </a:moveTo>
                    <a:cubicBezTo>
                      <a:pt x="36" y="11"/>
                      <a:pt x="28" y="0"/>
                      <a:pt x="18" y="0"/>
                    </a:cubicBezTo>
                    <a:cubicBezTo>
                      <a:pt x="8" y="0"/>
                      <a:pt x="0" y="11"/>
                      <a:pt x="0" y="24"/>
                    </a:cubicBezTo>
                    <a:cubicBezTo>
                      <a:pt x="0" y="98"/>
                      <a:pt x="0" y="98"/>
                      <a:pt x="0" y="98"/>
                    </a:cubicBezTo>
                    <a:cubicBezTo>
                      <a:pt x="0" y="111"/>
                      <a:pt x="8" y="121"/>
                      <a:pt x="18" y="121"/>
                    </a:cubicBezTo>
                    <a:cubicBezTo>
                      <a:pt x="28" y="121"/>
                      <a:pt x="36" y="111"/>
                      <a:pt x="36" y="98"/>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9" name="Google Shape;1389;p45"/>
              <p:cNvSpPr/>
              <p:nvPr/>
            </p:nvSpPr>
            <p:spPr>
              <a:xfrm>
                <a:off x="3947185" y="1621467"/>
                <a:ext cx="66923" cy="296083"/>
              </a:xfrm>
              <a:custGeom>
                <a:rect b="b" l="l" r="r" t="t"/>
                <a:pathLst>
                  <a:path extrusionOk="0" h="160" w="36">
                    <a:moveTo>
                      <a:pt x="36" y="23"/>
                    </a:moveTo>
                    <a:cubicBezTo>
                      <a:pt x="36" y="11"/>
                      <a:pt x="28" y="0"/>
                      <a:pt x="18" y="0"/>
                    </a:cubicBezTo>
                    <a:cubicBezTo>
                      <a:pt x="8" y="0"/>
                      <a:pt x="0" y="11"/>
                      <a:pt x="0" y="23"/>
                    </a:cubicBezTo>
                    <a:cubicBezTo>
                      <a:pt x="0" y="137"/>
                      <a:pt x="0" y="137"/>
                      <a:pt x="0" y="137"/>
                    </a:cubicBezTo>
                    <a:cubicBezTo>
                      <a:pt x="0" y="150"/>
                      <a:pt x="8" y="160"/>
                      <a:pt x="18" y="160"/>
                    </a:cubicBezTo>
                    <a:cubicBezTo>
                      <a:pt x="28" y="160"/>
                      <a:pt x="36" y="150"/>
                      <a:pt x="36" y="137"/>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0" name="Google Shape;1390;p45"/>
              <p:cNvSpPr/>
              <p:nvPr/>
            </p:nvSpPr>
            <p:spPr>
              <a:xfrm>
                <a:off x="4072918" y="1678250"/>
                <a:ext cx="64895" cy="239300"/>
              </a:xfrm>
              <a:custGeom>
                <a:rect b="b" l="l" r="r" t="t"/>
                <a:pathLst>
                  <a:path extrusionOk="0" h="129" w="36">
                    <a:moveTo>
                      <a:pt x="36" y="23"/>
                    </a:moveTo>
                    <a:cubicBezTo>
                      <a:pt x="36" y="10"/>
                      <a:pt x="28" y="0"/>
                      <a:pt x="18" y="0"/>
                    </a:cubicBezTo>
                    <a:cubicBezTo>
                      <a:pt x="8" y="0"/>
                      <a:pt x="0" y="10"/>
                      <a:pt x="0" y="23"/>
                    </a:cubicBezTo>
                    <a:cubicBezTo>
                      <a:pt x="0" y="106"/>
                      <a:pt x="0" y="106"/>
                      <a:pt x="0" y="106"/>
                    </a:cubicBezTo>
                    <a:cubicBezTo>
                      <a:pt x="0" y="119"/>
                      <a:pt x="8" y="129"/>
                      <a:pt x="18" y="129"/>
                    </a:cubicBezTo>
                    <a:cubicBezTo>
                      <a:pt x="28" y="129"/>
                      <a:pt x="36" y="119"/>
                      <a:pt x="36" y="106"/>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1" name="Google Shape;1391;p45"/>
              <p:cNvSpPr/>
              <p:nvPr/>
            </p:nvSpPr>
            <p:spPr>
              <a:xfrm>
                <a:off x="4196624" y="1548460"/>
                <a:ext cx="66923" cy="369089"/>
              </a:xfrm>
              <a:custGeom>
                <a:rect b="b" l="l" r="r" t="t"/>
                <a:pathLst>
                  <a:path extrusionOk="0" h="199" w="36">
                    <a:moveTo>
                      <a:pt x="36" y="24"/>
                    </a:moveTo>
                    <a:cubicBezTo>
                      <a:pt x="36" y="11"/>
                      <a:pt x="27" y="0"/>
                      <a:pt x="18" y="0"/>
                    </a:cubicBezTo>
                    <a:cubicBezTo>
                      <a:pt x="8" y="0"/>
                      <a:pt x="0" y="11"/>
                      <a:pt x="0" y="24"/>
                    </a:cubicBezTo>
                    <a:cubicBezTo>
                      <a:pt x="0" y="176"/>
                      <a:pt x="0" y="176"/>
                      <a:pt x="0" y="176"/>
                    </a:cubicBezTo>
                    <a:cubicBezTo>
                      <a:pt x="0" y="189"/>
                      <a:pt x="8" y="199"/>
                      <a:pt x="18" y="199"/>
                    </a:cubicBezTo>
                    <a:cubicBezTo>
                      <a:pt x="27" y="199"/>
                      <a:pt x="36" y="189"/>
                      <a:pt x="36" y="176"/>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2" name="Google Shape;1392;p45"/>
              <p:cNvSpPr/>
              <p:nvPr/>
            </p:nvSpPr>
            <p:spPr>
              <a:xfrm>
                <a:off x="4318302" y="1609299"/>
                <a:ext cx="66923" cy="308250"/>
              </a:xfrm>
              <a:custGeom>
                <a:rect b="b" l="l" r="r" t="t"/>
                <a:pathLst>
                  <a:path extrusionOk="0" h="167" w="36">
                    <a:moveTo>
                      <a:pt x="36" y="24"/>
                    </a:moveTo>
                    <a:cubicBezTo>
                      <a:pt x="36" y="11"/>
                      <a:pt x="28" y="0"/>
                      <a:pt x="18" y="0"/>
                    </a:cubicBezTo>
                    <a:cubicBezTo>
                      <a:pt x="8" y="0"/>
                      <a:pt x="0" y="11"/>
                      <a:pt x="0" y="24"/>
                    </a:cubicBezTo>
                    <a:cubicBezTo>
                      <a:pt x="0" y="144"/>
                      <a:pt x="0" y="144"/>
                      <a:pt x="0" y="144"/>
                    </a:cubicBezTo>
                    <a:cubicBezTo>
                      <a:pt x="0" y="157"/>
                      <a:pt x="8" y="167"/>
                      <a:pt x="18" y="167"/>
                    </a:cubicBezTo>
                    <a:cubicBezTo>
                      <a:pt x="28" y="167"/>
                      <a:pt x="36" y="157"/>
                      <a:pt x="36" y="144"/>
                    </a:cubicBezTo>
                    <a:lnTo>
                      <a:pt x="3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3" name="Google Shape;1393;p45"/>
              <p:cNvSpPr/>
              <p:nvPr/>
            </p:nvSpPr>
            <p:spPr>
              <a:xfrm>
                <a:off x="4442007" y="1459230"/>
                <a:ext cx="66923" cy="458319"/>
              </a:xfrm>
              <a:custGeom>
                <a:rect b="b" l="l" r="r" t="t"/>
                <a:pathLst>
                  <a:path extrusionOk="0" h="248" w="36">
                    <a:moveTo>
                      <a:pt x="36" y="23"/>
                    </a:moveTo>
                    <a:cubicBezTo>
                      <a:pt x="36" y="10"/>
                      <a:pt x="28" y="0"/>
                      <a:pt x="18" y="0"/>
                    </a:cubicBezTo>
                    <a:cubicBezTo>
                      <a:pt x="8" y="0"/>
                      <a:pt x="0" y="10"/>
                      <a:pt x="0" y="23"/>
                    </a:cubicBezTo>
                    <a:cubicBezTo>
                      <a:pt x="0" y="225"/>
                      <a:pt x="0" y="225"/>
                      <a:pt x="0" y="225"/>
                    </a:cubicBezTo>
                    <a:cubicBezTo>
                      <a:pt x="0" y="238"/>
                      <a:pt x="8" y="248"/>
                      <a:pt x="18" y="248"/>
                    </a:cubicBezTo>
                    <a:cubicBezTo>
                      <a:pt x="28" y="248"/>
                      <a:pt x="36" y="238"/>
                      <a:pt x="36" y="225"/>
                    </a:cubicBezTo>
                    <a:lnTo>
                      <a:pt x="36" y="23"/>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394" name="Google Shape;1394;p45"/>
            <p:cNvGrpSpPr/>
            <p:nvPr/>
          </p:nvGrpSpPr>
          <p:grpSpPr>
            <a:xfrm flipH="1">
              <a:off x="6979971" y="1968812"/>
              <a:ext cx="1458483" cy="2635179"/>
              <a:chOff x="5132143" y="1520276"/>
              <a:chExt cx="1241051" cy="2242324"/>
            </a:xfrm>
          </p:grpSpPr>
          <p:sp>
            <p:nvSpPr>
              <p:cNvPr id="1395" name="Google Shape;1395;p45"/>
              <p:cNvSpPr/>
              <p:nvPr/>
            </p:nvSpPr>
            <p:spPr>
              <a:xfrm flipH="1">
                <a:off x="5171192" y="3562026"/>
                <a:ext cx="209023" cy="187554"/>
              </a:xfrm>
              <a:custGeom>
                <a:rect b="b" l="l" r="r" t="t"/>
                <a:pathLst>
                  <a:path extrusionOk="0" h="245" w="273">
                    <a:moveTo>
                      <a:pt x="0" y="10"/>
                    </a:moveTo>
                    <a:lnTo>
                      <a:pt x="14" y="190"/>
                    </a:lnTo>
                    <a:lnTo>
                      <a:pt x="273" y="245"/>
                    </a:lnTo>
                    <a:lnTo>
                      <a:pt x="141" y="111"/>
                    </a:lnTo>
                    <a:lnTo>
                      <a:pt x="109" y="0"/>
                    </a:lnTo>
                    <a:lnTo>
                      <a:pt x="0" y="10"/>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6" name="Google Shape;1396;p45"/>
              <p:cNvSpPr/>
              <p:nvPr/>
            </p:nvSpPr>
            <p:spPr>
              <a:xfrm flipH="1">
                <a:off x="5132143" y="3634751"/>
                <a:ext cx="265681" cy="127843"/>
              </a:xfrm>
              <a:custGeom>
                <a:rect b="b" l="l" r="r" t="t"/>
                <a:pathLst>
                  <a:path extrusionOk="0" h="167" w="347">
                    <a:moveTo>
                      <a:pt x="164" y="0"/>
                    </a:moveTo>
                    <a:lnTo>
                      <a:pt x="347" y="162"/>
                    </a:lnTo>
                    <a:lnTo>
                      <a:pt x="0" y="167"/>
                    </a:lnTo>
                    <a:lnTo>
                      <a:pt x="23" y="2"/>
                    </a:lnTo>
                    <a:lnTo>
                      <a:pt x="93" y="69"/>
                    </a:lnTo>
                    <a:lnTo>
                      <a:pt x="164"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7" name="Google Shape;1397;p45"/>
              <p:cNvSpPr/>
              <p:nvPr/>
            </p:nvSpPr>
            <p:spPr>
              <a:xfrm flipH="1">
                <a:off x="5245460" y="3649296"/>
                <a:ext cx="26798" cy="19138"/>
              </a:xfrm>
              <a:custGeom>
                <a:rect b="b" l="l" r="r" t="t"/>
                <a:pathLst>
                  <a:path extrusionOk="0" h="25" w="35">
                    <a:moveTo>
                      <a:pt x="3" y="25"/>
                    </a:moveTo>
                    <a:lnTo>
                      <a:pt x="0" y="20"/>
                    </a:lnTo>
                    <a:lnTo>
                      <a:pt x="33" y="0"/>
                    </a:lnTo>
                    <a:lnTo>
                      <a:pt x="35" y="4"/>
                    </a:lnTo>
                    <a:lnTo>
                      <a:pt x="3" y="2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8" name="Google Shape;1398;p45"/>
              <p:cNvSpPr/>
              <p:nvPr/>
            </p:nvSpPr>
            <p:spPr>
              <a:xfrm flipH="1">
                <a:off x="5224021" y="3660013"/>
                <a:ext cx="26798" cy="19138"/>
              </a:xfrm>
              <a:custGeom>
                <a:rect b="b" l="l" r="r" t="t"/>
                <a:pathLst>
                  <a:path extrusionOk="0" h="25" w="35">
                    <a:moveTo>
                      <a:pt x="5" y="25"/>
                    </a:moveTo>
                    <a:lnTo>
                      <a:pt x="0" y="20"/>
                    </a:lnTo>
                    <a:lnTo>
                      <a:pt x="32" y="0"/>
                    </a:lnTo>
                    <a:lnTo>
                      <a:pt x="35" y="4"/>
                    </a:lnTo>
                    <a:lnTo>
                      <a:pt x="5" y="25"/>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9" name="Google Shape;1399;p45"/>
              <p:cNvSpPr/>
              <p:nvPr/>
            </p:nvSpPr>
            <p:spPr>
              <a:xfrm flipH="1">
                <a:off x="5749192" y="3588825"/>
                <a:ext cx="205194" cy="168415"/>
              </a:xfrm>
              <a:custGeom>
                <a:rect b="b" l="l" r="r" t="t"/>
                <a:pathLst>
                  <a:path extrusionOk="0" h="220" w="268">
                    <a:moveTo>
                      <a:pt x="245" y="7"/>
                    </a:moveTo>
                    <a:lnTo>
                      <a:pt x="268" y="160"/>
                    </a:lnTo>
                    <a:lnTo>
                      <a:pt x="0" y="220"/>
                    </a:lnTo>
                    <a:lnTo>
                      <a:pt x="144" y="84"/>
                    </a:lnTo>
                    <a:lnTo>
                      <a:pt x="134" y="0"/>
                    </a:lnTo>
                    <a:lnTo>
                      <a:pt x="245" y="7"/>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0" name="Google Shape;1400;p45"/>
              <p:cNvSpPr/>
              <p:nvPr/>
            </p:nvSpPr>
            <p:spPr>
              <a:xfrm flipH="1">
                <a:off x="5738472" y="3645474"/>
                <a:ext cx="236587" cy="117125"/>
              </a:xfrm>
              <a:custGeom>
                <a:rect b="b" l="l" r="r" t="t"/>
                <a:pathLst>
                  <a:path extrusionOk="0" h="153" w="309">
                    <a:moveTo>
                      <a:pt x="159" y="0"/>
                    </a:moveTo>
                    <a:lnTo>
                      <a:pt x="0" y="153"/>
                    </a:lnTo>
                    <a:lnTo>
                      <a:pt x="309" y="151"/>
                    </a:lnTo>
                    <a:lnTo>
                      <a:pt x="286" y="7"/>
                    </a:lnTo>
                    <a:lnTo>
                      <a:pt x="238" y="72"/>
                    </a:lnTo>
                    <a:lnTo>
                      <a:pt x="159"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1" name="Google Shape;1401;p45"/>
              <p:cNvSpPr/>
              <p:nvPr/>
            </p:nvSpPr>
            <p:spPr>
              <a:xfrm flipH="1">
                <a:off x="5851789" y="3660019"/>
                <a:ext cx="26032" cy="17607"/>
              </a:xfrm>
              <a:custGeom>
                <a:rect b="b" l="l" r="r" t="t"/>
                <a:pathLst>
                  <a:path extrusionOk="0" h="23" w="34">
                    <a:moveTo>
                      <a:pt x="32" y="23"/>
                    </a:moveTo>
                    <a:lnTo>
                      <a:pt x="0" y="4"/>
                    </a:lnTo>
                    <a:lnTo>
                      <a:pt x="2" y="0"/>
                    </a:lnTo>
                    <a:lnTo>
                      <a:pt x="34" y="18"/>
                    </a:lnTo>
                    <a:lnTo>
                      <a:pt x="32" y="23"/>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2" name="Google Shape;1402;p45"/>
              <p:cNvSpPr/>
              <p:nvPr/>
            </p:nvSpPr>
            <p:spPr>
              <a:xfrm flipH="1">
                <a:off x="5872461" y="3670737"/>
                <a:ext cx="26798" cy="17607"/>
              </a:xfrm>
              <a:custGeom>
                <a:rect b="b" l="l" r="r" t="t"/>
                <a:pathLst>
                  <a:path extrusionOk="0" h="23" w="35">
                    <a:moveTo>
                      <a:pt x="32" y="23"/>
                    </a:moveTo>
                    <a:lnTo>
                      <a:pt x="0" y="4"/>
                    </a:lnTo>
                    <a:lnTo>
                      <a:pt x="2" y="0"/>
                    </a:lnTo>
                    <a:lnTo>
                      <a:pt x="35" y="18"/>
                    </a:lnTo>
                    <a:lnTo>
                      <a:pt x="32" y="23"/>
                    </a:ln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3" name="Google Shape;1403;p45"/>
              <p:cNvSpPr/>
              <p:nvPr/>
            </p:nvSpPr>
            <p:spPr>
              <a:xfrm flipH="1" rot="-633488">
                <a:off x="5673471" y="1766217"/>
                <a:ext cx="128195" cy="253687"/>
              </a:xfrm>
              <a:custGeom>
                <a:rect b="b" l="l" r="r" t="t"/>
                <a:pathLst>
                  <a:path extrusionOk="0" h="287" w="145">
                    <a:moveTo>
                      <a:pt x="145" y="0"/>
                    </a:moveTo>
                    <a:cubicBezTo>
                      <a:pt x="144" y="45"/>
                      <a:pt x="144" y="45"/>
                      <a:pt x="144" y="45"/>
                    </a:cubicBezTo>
                    <a:cubicBezTo>
                      <a:pt x="144" y="46"/>
                      <a:pt x="144" y="46"/>
                      <a:pt x="144" y="46"/>
                    </a:cubicBezTo>
                    <a:cubicBezTo>
                      <a:pt x="142" y="140"/>
                      <a:pt x="142" y="140"/>
                      <a:pt x="142" y="140"/>
                    </a:cubicBezTo>
                    <a:cubicBezTo>
                      <a:pt x="138" y="156"/>
                      <a:pt x="90" y="287"/>
                      <a:pt x="37" y="284"/>
                    </a:cubicBezTo>
                    <a:cubicBezTo>
                      <a:pt x="5" y="283"/>
                      <a:pt x="0" y="232"/>
                      <a:pt x="2" y="194"/>
                    </a:cubicBezTo>
                    <a:cubicBezTo>
                      <a:pt x="2" y="187"/>
                      <a:pt x="2" y="180"/>
                      <a:pt x="3" y="174"/>
                    </a:cubicBezTo>
                    <a:cubicBezTo>
                      <a:pt x="4" y="161"/>
                      <a:pt x="5" y="152"/>
                      <a:pt x="5" y="152"/>
                    </a:cubicBezTo>
                    <a:cubicBezTo>
                      <a:pt x="6" y="148"/>
                      <a:pt x="6" y="148"/>
                      <a:pt x="6" y="148"/>
                    </a:cubicBezTo>
                    <a:cubicBezTo>
                      <a:pt x="19" y="95"/>
                      <a:pt x="19" y="95"/>
                      <a:pt x="19" y="95"/>
                    </a:cubicBezTo>
                    <a:cubicBezTo>
                      <a:pt x="20" y="93"/>
                      <a:pt x="21" y="90"/>
                      <a:pt x="22" y="87"/>
                    </a:cubicBezTo>
                    <a:cubicBezTo>
                      <a:pt x="29" y="75"/>
                      <a:pt x="39" y="64"/>
                      <a:pt x="51" y="54"/>
                    </a:cubicBezTo>
                    <a:cubicBezTo>
                      <a:pt x="89" y="24"/>
                      <a:pt x="145" y="0"/>
                      <a:pt x="145" y="0"/>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4" name="Google Shape;1404;p45"/>
              <p:cNvSpPr/>
              <p:nvPr/>
            </p:nvSpPr>
            <p:spPr>
              <a:xfrm>
                <a:off x="5738480" y="1670962"/>
                <a:ext cx="0" cy="1720"/>
              </a:xfrm>
              <a:custGeom>
                <a:rect b="b" l="l" r="r" t="t"/>
                <a:pathLst>
                  <a:path extrusionOk="0" h="1" w="120000">
                    <a:moveTo>
                      <a:pt x="0" y="0"/>
                    </a:moveTo>
                    <a:cubicBezTo>
                      <a:pt x="0" y="0"/>
                      <a:pt x="0" y="0"/>
                      <a:pt x="0" y="0"/>
                    </a:cubicBezTo>
                    <a:cubicBezTo>
                      <a:pt x="0" y="0"/>
                      <a:pt x="0" y="1"/>
                      <a:pt x="0" y="1"/>
                    </a:cubicBezTo>
                    <a:cubicBezTo>
                      <a:pt x="0" y="1"/>
                      <a:pt x="0" y="1"/>
                      <a:pt x="0" y="1"/>
                    </a:cubicBezTo>
                    <a:cubicBezTo>
                      <a:pt x="0" y="1"/>
                      <a:pt x="0" y="0"/>
                      <a:pt x="0" y="0"/>
                    </a:cubicBezTo>
                  </a:path>
                </a:pathLst>
              </a:custGeom>
              <a:solidFill>
                <a:srgbClr val="FFBFA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5" name="Google Shape;1405;p45"/>
              <p:cNvSpPr/>
              <p:nvPr/>
            </p:nvSpPr>
            <p:spPr>
              <a:xfrm flipH="1" rot="-633489">
                <a:off x="5671050" y="1807722"/>
                <a:ext cx="125496" cy="130217"/>
              </a:xfrm>
              <a:custGeom>
                <a:rect b="b" l="l" r="r" t="t"/>
                <a:pathLst>
                  <a:path extrusionOk="0" h="148" w="142">
                    <a:moveTo>
                      <a:pt x="142" y="0"/>
                    </a:moveTo>
                    <a:cubicBezTo>
                      <a:pt x="119" y="40"/>
                      <a:pt x="59" y="105"/>
                      <a:pt x="10" y="108"/>
                    </a:cubicBezTo>
                    <a:cubicBezTo>
                      <a:pt x="9" y="108"/>
                      <a:pt x="8" y="108"/>
                      <a:pt x="7" y="108"/>
                    </a:cubicBezTo>
                    <a:cubicBezTo>
                      <a:pt x="6" y="108"/>
                      <a:pt x="5" y="108"/>
                      <a:pt x="3" y="108"/>
                    </a:cubicBezTo>
                    <a:cubicBezTo>
                      <a:pt x="3" y="111"/>
                      <a:pt x="2" y="118"/>
                      <a:pt x="1" y="128"/>
                    </a:cubicBezTo>
                    <a:cubicBezTo>
                      <a:pt x="0" y="134"/>
                      <a:pt x="0" y="141"/>
                      <a:pt x="0" y="148"/>
                    </a:cubicBezTo>
                    <a:cubicBezTo>
                      <a:pt x="103" y="112"/>
                      <a:pt x="138" y="12"/>
                      <a:pt x="142" y="0"/>
                    </a:cubicBezTo>
                    <a:cubicBezTo>
                      <a:pt x="142" y="0"/>
                      <a:pt x="142" y="0"/>
                      <a:pt x="142" y="0"/>
                    </a:cubicBezTo>
                    <a:cubicBezTo>
                      <a:pt x="142" y="0"/>
                      <a:pt x="142" y="0"/>
                      <a:pt x="142"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6" name="Google Shape;1406;p45"/>
              <p:cNvSpPr/>
              <p:nvPr/>
            </p:nvSpPr>
            <p:spPr>
              <a:xfrm flipH="1" rot="-633481">
                <a:off x="5635960" y="1614358"/>
                <a:ext cx="237497" cy="284723"/>
              </a:xfrm>
              <a:custGeom>
                <a:rect b="b" l="l" r="r" t="t"/>
                <a:pathLst>
                  <a:path extrusionOk="0" h="322" w="269">
                    <a:moveTo>
                      <a:pt x="257" y="204"/>
                    </a:moveTo>
                    <a:cubicBezTo>
                      <a:pt x="238" y="243"/>
                      <a:pt x="173" y="317"/>
                      <a:pt x="121" y="320"/>
                    </a:cubicBezTo>
                    <a:cubicBezTo>
                      <a:pt x="98" y="322"/>
                      <a:pt x="48" y="292"/>
                      <a:pt x="21" y="259"/>
                    </a:cubicBezTo>
                    <a:cubicBezTo>
                      <a:pt x="15" y="251"/>
                      <a:pt x="10" y="236"/>
                      <a:pt x="8" y="218"/>
                    </a:cubicBezTo>
                    <a:cubicBezTo>
                      <a:pt x="7" y="213"/>
                      <a:pt x="6" y="208"/>
                      <a:pt x="5" y="203"/>
                    </a:cubicBezTo>
                    <a:cubicBezTo>
                      <a:pt x="0" y="151"/>
                      <a:pt x="4" y="86"/>
                      <a:pt x="5" y="75"/>
                    </a:cubicBezTo>
                    <a:cubicBezTo>
                      <a:pt x="11" y="46"/>
                      <a:pt x="55" y="22"/>
                      <a:pt x="104" y="15"/>
                    </a:cubicBezTo>
                    <a:cubicBezTo>
                      <a:pt x="202" y="0"/>
                      <a:pt x="223" y="46"/>
                      <a:pt x="223" y="46"/>
                    </a:cubicBezTo>
                    <a:cubicBezTo>
                      <a:pt x="228" y="57"/>
                      <a:pt x="234" y="59"/>
                      <a:pt x="245" y="87"/>
                    </a:cubicBezTo>
                    <a:cubicBezTo>
                      <a:pt x="264" y="133"/>
                      <a:pt x="269" y="180"/>
                      <a:pt x="257" y="204"/>
                    </a:cubicBezTo>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7" name="Google Shape;1407;p45"/>
              <p:cNvSpPr/>
              <p:nvPr/>
            </p:nvSpPr>
            <p:spPr>
              <a:xfrm flipH="1" rot="-633479">
                <a:off x="5700559" y="1773589"/>
                <a:ext cx="39808" cy="22265"/>
              </a:xfrm>
              <a:custGeom>
                <a:rect b="b" l="l" r="r" t="t"/>
                <a:pathLst>
                  <a:path extrusionOk="0" h="25" w="45">
                    <a:moveTo>
                      <a:pt x="27" y="0"/>
                    </a:moveTo>
                    <a:cubicBezTo>
                      <a:pt x="24" y="0"/>
                      <a:pt x="21" y="1"/>
                      <a:pt x="18" y="2"/>
                    </a:cubicBezTo>
                    <a:cubicBezTo>
                      <a:pt x="6" y="7"/>
                      <a:pt x="0" y="21"/>
                      <a:pt x="0" y="21"/>
                    </a:cubicBezTo>
                    <a:cubicBezTo>
                      <a:pt x="0" y="21"/>
                      <a:pt x="8" y="25"/>
                      <a:pt x="17" y="25"/>
                    </a:cubicBezTo>
                    <a:cubicBezTo>
                      <a:pt x="20" y="25"/>
                      <a:pt x="23" y="25"/>
                      <a:pt x="26" y="24"/>
                    </a:cubicBezTo>
                    <a:cubicBezTo>
                      <a:pt x="39" y="19"/>
                      <a:pt x="45" y="4"/>
                      <a:pt x="45" y="4"/>
                    </a:cubicBezTo>
                    <a:cubicBezTo>
                      <a:pt x="45" y="4"/>
                      <a:pt x="37" y="0"/>
                      <a:pt x="27"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8" name="Google Shape;1408;p45"/>
              <p:cNvSpPr/>
              <p:nvPr/>
            </p:nvSpPr>
            <p:spPr>
              <a:xfrm flipH="1" rot="-633483">
                <a:off x="5851296" y="1772282"/>
                <a:ext cx="24290" cy="16193"/>
              </a:xfrm>
              <a:custGeom>
                <a:rect b="b" l="l" r="r" t="t"/>
                <a:pathLst>
                  <a:path extrusionOk="0" h="18" w="27">
                    <a:moveTo>
                      <a:pt x="8" y="0"/>
                    </a:moveTo>
                    <a:cubicBezTo>
                      <a:pt x="5" y="0"/>
                      <a:pt x="3" y="1"/>
                      <a:pt x="0" y="2"/>
                    </a:cubicBezTo>
                    <a:cubicBezTo>
                      <a:pt x="1" y="7"/>
                      <a:pt x="2" y="12"/>
                      <a:pt x="3" y="17"/>
                    </a:cubicBezTo>
                    <a:cubicBezTo>
                      <a:pt x="4" y="18"/>
                      <a:pt x="6" y="18"/>
                      <a:pt x="8" y="18"/>
                    </a:cubicBezTo>
                    <a:cubicBezTo>
                      <a:pt x="8" y="18"/>
                      <a:pt x="9" y="18"/>
                      <a:pt x="9" y="18"/>
                    </a:cubicBezTo>
                    <a:cubicBezTo>
                      <a:pt x="19" y="18"/>
                      <a:pt x="27" y="10"/>
                      <a:pt x="27" y="10"/>
                    </a:cubicBezTo>
                    <a:cubicBezTo>
                      <a:pt x="27" y="10"/>
                      <a:pt x="20" y="1"/>
                      <a:pt x="9" y="0"/>
                    </a:cubicBezTo>
                    <a:cubicBezTo>
                      <a:pt x="9" y="0"/>
                      <a:pt x="8" y="0"/>
                      <a:pt x="8" y="0"/>
                    </a:cubicBezTo>
                  </a:path>
                </a:pathLst>
              </a:custGeom>
              <a:solidFill>
                <a:srgbClr val="8F5D4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9" name="Google Shape;1409;p45"/>
              <p:cNvSpPr/>
              <p:nvPr/>
            </p:nvSpPr>
            <p:spPr>
              <a:xfrm flipH="1" rot="-633483">
                <a:off x="5827115" y="1742475"/>
                <a:ext cx="18892" cy="37783"/>
              </a:xfrm>
              <a:custGeom>
                <a:rect b="b" l="l" r="r" t="t"/>
                <a:pathLst>
                  <a:path extrusionOk="0" h="43" w="21">
                    <a:moveTo>
                      <a:pt x="19" y="20"/>
                    </a:moveTo>
                    <a:cubicBezTo>
                      <a:pt x="21" y="31"/>
                      <a:pt x="18" y="41"/>
                      <a:pt x="14" y="42"/>
                    </a:cubicBezTo>
                    <a:cubicBezTo>
                      <a:pt x="9" y="43"/>
                      <a:pt x="4" y="34"/>
                      <a:pt x="2" y="23"/>
                    </a:cubicBezTo>
                    <a:cubicBezTo>
                      <a:pt x="0" y="12"/>
                      <a:pt x="2" y="2"/>
                      <a:pt x="7" y="1"/>
                    </a:cubicBezTo>
                    <a:cubicBezTo>
                      <a:pt x="11" y="0"/>
                      <a:pt x="17" y="9"/>
                      <a:pt x="19"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0" name="Google Shape;1410;p45"/>
              <p:cNvSpPr/>
              <p:nvPr/>
            </p:nvSpPr>
            <p:spPr>
              <a:xfrm flipH="1" rot="-633483">
                <a:off x="5761344" y="1743130"/>
                <a:ext cx="18217" cy="37783"/>
              </a:xfrm>
              <a:custGeom>
                <a:rect b="b" l="l" r="r" t="t"/>
                <a:pathLst>
                  <a:path extrusionOk="0" h="43" w="20">
                    <a:moveTo>
                      <a:pt x="18" y="20"/>
                    </a:moveTo>
                    <a:cubicBezTo>
                      <a:pt x="20" y="31"/>
                      <a:pt x="18" y="41"/>
                      <a:pt x="13" y="42"/>
                    </a:cubicBezTo>
                    <a:cubicBezTo>
                      <a:pt x="9" y="43"/>
                      <a:pt x="3" y="34"/>
                      <a:pt x="2" y="23"/>
                    </a:cubicBezTo>
                    <a:cubicBezTo>
                      <a:pt x="0" y="12"/>
                      <a:pt x="2" y="2"/>
                      <a:pt x="6" y="1"/>
                    </a:cubicBezTo>
                    <a:cubicBezTo>
                      <a:pt x="11" y="0"/>
                      <a:pt x="16" y="9"/>
                      <a:pt x="18" y="2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1" name="Google Shape;1411;p45"/>
              <p:cNvSpPr/>
              <p:nvPr/>
            </p:nvSpPr>
            <p:spPr>
              <a:xfrm flipH="1" rot="-633481">
                <a:off x="5716394" y="1692684"/>
                <a:ext cx="62073" cy="57349"/>
              </a:xfrm>
              <a:custGeom>
                <a:rect b="b" l="l" r="r" t="t"/>
                <a:pathLst>
                  <a:path extrusionOk="0" h="65" w="70">
                    <a:moveTo>
                      <a:pt x="0" y="51"/>
                    </a:moveTo>
                    <a:cubicBezTo>
                      <a:pt x="0" y="51"/>
                      <a:pt x="36" y="30"/>
                      <a:pt x="70" y="65"/>
                    </a:cubicBezTo>
                    <a:cubicBezTo>
                      <a:pt x="70" y="65"/>
                      <a:pt x="32" y="0"/>
                      <a:pt x="0" y="5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2" name="Google Shape;1412;p45"/>
              <p:cNvSpPr/>
              <p:nvPr/>
            </p:nvSpPr>
            <p:spPr>
              <a:xfrm flipH="1" rot="-633480">
                <a:off x="5819509" y="1698490"/>
                <a:ext cx="43181" cy="49253"/>
              </a:xfrm>
              <a:custGeom>
                <a:rect b="b" l="l" r="r" t="t"/>
                <a:pathLst>
                  <a:path extrusionOk="0" h="56" w="49">
                    <a:moveTo>
                      <a:pt x="49" y="30"/>
                    </a:moveTo>
                    <a:cubicBezTo>
                      <a:pt x="49" y="30"/>
                      <a:pt x="16" y="24"/>
                      <a:pt x="0" y="56"/>
                    </a:cubicBezTo>
                    <a:cubicBezTo>
                      <a:pt x="0" y="56"/>
                      <a:pt x="14" y="0"/>
                      <a:pt x="49" y="3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3" name="Google Shape;1413;p45"/>
              <p:cNvSpPr/>
              <p:nvPr/>
            </p:nvSpPr>
            <p:spPr>
              <a:xfrm flipH="1" rot="-633491">
                <a:off x="5600603" y="1703363"/>
                <a:ext cx="85216" cy="148277"/>
              </a:xfrm>
              <a:custGeom>
                <a:rect b="b" l="l" r="r" t="t"/>
                <a:pathLst>
                  <a:path extrusionOk="0" h="133" w="76">
                    <a:moveTo>
                      <a:pt x="0" y="50"/>
                    </a:moveTo>
                    <a:cubicBezTo>
                      <a:pt x="0" y="50"/>
                      <a:pt x="7" y="8"/>
                      <a:pt x="32" y="4"/>
                    </a:cubicBezTo>
                    <a:cubicBezTo>
                      <a:pt x="58" y="0"/>
                      <a:pt x="76" y="133"/>
                      <a:pt x="6" y="92"/>
                    </a:cubicBezTo>
                    <a:lnTo>
                      <a:pt x="0" y="50"/>
                    </a:lnTo>
                    <a:close/>
                  </a:path>
                </a:pathLst>
              </a:custGeom>
              <a:solidFill>
                <a:srgbClr val="B4725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4" name="Google Shape;1414;p45"/>
              <p:cNvSpPr/>
              <p:nvPr/>
            </p:nvSpPr>
            <p:spPr>
              <a:xfrm flipH="1" rot="-633480">
                <a:off x="5591390" y="1546767"/>
                <a:ext cx="311041" cy="236819"/>
              </a:xfrm>
              <a:custGeom>
                <a:rect b="b" l="l" r="r" t="t"/>
                <a:pathLst>
                  <a:path extrusionOk="0" h="268" w="352">
                    <a:moveTo>
                      <a:pt x="284" y="209"/>
                    </a:moveTo>
                    <a:cubicBezTo>
                      <a:pt x="284" y="209"/>
                      <a:pt x="240" y="202"/>
                      <a:pt x="234" y="166"/>
                    </a:cubicBezTo>
                    <a:cubicBezTo>
                      <a:pt x="219" y="176"/>
                      <a:pt x="149" y="190"/>
                      <a:pt x="103" y="173"/>
                    </a:cubicBezTo>
                    <a:cubicBezTo>
                      <a:pt x="113" y="185"/>
                      <a:pt x="145" y="206"/>
                      <a:pt x="145" y="206"/>
                    </a:cubicBezTo>
                    <a:cubicBezTo>
                      <a:pt x="18" y="221"/>
                      <a:pt x="0" y="135"/>
                      <a:pt x="0" y="135"/>
                    </a:cubicBezTo>
                    <a:cubicBezTo>
                      <a:pt x="0" y="135"/>
                      <a:pt x="77" y="30"/>
                      <a:pt x="170" y="18"/>
                    </a:cubicBezTo>
                    <a:cubicBezTo>
                      <a:pt x="276" y="0"/>
                      <a:pt x="276" y="51"/>
                      <a:pt x="276" y="51"/>
                    </a:cubicBezTo>
                    <a:cubicBezTo>
                      <a:pt x="276" y="51"/>
                      <a:pt x="301" y="49"/>
                      <a:pt x="326" y="68"/>
                    </a:cubicBezTo>
                    <a:cubicBezTo>
                      <a:pt x="352" y="88"/>
                      <a:pt x="323" y="169"/>
                      <a:pt x="323" y="169"/>
                    </a:cubicBezTo>
                    <a:cubicBezTo>
                      <a:pt x="323" y="169"/>
                      <a:pt x="302" y="186"/>
                      <a:pt x="302" y="206"/>
                    </a:cubicBezTo>
                    <a:cubicBezTo>
                      <a:pt x="301" y="268"/>
                      <a:pt x="301" y="268"/>
                      <a:pt x="301" y="268"/>
                    </a:cubicBezTo>
                    <a:cubicBezTo>
                      <a:pt x="301" y="268"/>
                      <a:pt x="281" y="231"/>
                      <a:pt x="284" y="20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5" name="Google Shape;1415;p45"/>
              <p:cNvSpPr/>
              <p:nvPr/>
            </p:nvSpPr>
            <p:spPr>
              <a:xfrm flipH="1">
                <a:off x="6014420" y="2256924"/>
                <a:ext cx="358774" cy="165973"/>
              </a:xfrm>
              <a:custGeom>
                <a:rect b="b" l="l" r="r" t="t"/>
                <a:pathLst>
                  <a:path extrusionOk="0" h="162321" w="350879">
                    <a:moveTo>
                      <a:pt x="350880" y="72485"/>
                    </a:moveTo>
                    <a:cubicBezTo>
                      <a:pt x="320971" y="49244"/>
                      <a:pt x="291634" y="25146"/>
                      <a:pt x="263154" y="0"/>
                    </a:cubicBezTo>
                    <a:lnTo>
                      <a:pt x="154188" y="57912"/>
                    </a:lnTo>
                    <a:lnTo>
                      <a:pt x="146283" y="61531"/>
                    </a:lnTo>
                    <a:cubicBezTo>
                      <a:pt x="145616" y="62103"/>
                      <a:pt x="144854" y="62674"/>
                      <a:pt x="144187" y="63246"/>
                    </a:cubicBezTo>
                    <a:lnTo>
                      <a:pt x="133519" y="68866"/>
                    </a:lnTo>
                    <a:cubicBezTo>
                      <a:pt x="132567" y="69247"/>
                      <a:pt x="131805" y="69818"/>
                      <a:pt x="131043" y="70485"/>
                    </a:cubicBezTo>
                    <a:cubicBezTo>
                      <a:pt x="118184" y="73628"/>
                      <a:pt x="49604" y="90869"/>
                      <a:pt x="39412" y="98298"/>
                    </a:cubicBezTo>
                    <a:cubicBezTo>
                      <a:pt x="22077" y="102203"/>
                      <a:pt x="1788" y="107251"/>
                      <a:pt x="74" y="111442"/>
                    </a:cubicBezTo>
                    <a:cubicBezTo>
                      <a:pt x="-2212" y="117157"/>
                      <a:pt x="49223" y="113824"/>
                      <a:pt x="62558" y="114300"/>
                    </a:cubicBezTo>
                    <a:lnTo>
                      <a:pt x="65034" y="115633"/>
                    </a:lnTo>
                    <a:cubicBezTo>
                      <a:pt x="60939" y="118777"/>
                      <a:pt x="37317" y="126873"/>
                      <a:pt x="37317" y="126873"/>
                    </a:cubicBezTo>
                    <a:cubicBezTo>
                      <a:pt x="36174" y="127349"/>
                      <a:pt x="3503" y="140779"/>
                      <a:pt x="8646" y="145066"/>
                    </a:cubicBezTo>
                    <a:cubicBezTo>
                      <a:pt x="13790" y="149447"/>
                      <a:pt x="87323" y="125063"/>
                      <a:pt x="71892" y="130302"/>
                    </a:cubicBezTo>
                    <a:cubicBezTo>
                      <a:pt x="70845" y="130683"/>
                      <a:pt x="9408" y="148209"/>
                      <a:pt x="15123" y="155829"/>
                    </a:cubicBezTo>
                    <a:cubicBezTo>
                      <a:pt x="18933" y="160877"/>
                      <a:pt x="73702" y="144113"/>
                      <a:pt x="76274" y="144685"/>
                    </a:cubicBezTo>
                    <a:cubicBezTo>
                      <a:pt x="78846" y="145256"/>
                      <a:pt x="29697" y="154972"/>
                      <a:pt x="34173" y="161449"/>
                    </a:cubicBezTo>
                    <a:cubicBezTo>
                      <a:pt x="36174" y="164211"/>
                      <a:pt x="60748" y="159734"/>
                      <a:pt x="68749" y="157448"/>
                    </a:cubicBezTo>
                    <a:cubicBezTo>
                      <a:pt x="75702" y="155448"/>
                      <a:pt x="98277" y="149542"/>
                      <a:pt x="133233" y="138113"/>
                    </a:cubicBezTo>
                    <a:cubicBezTo>
                      <a:pt x="172476" y="129254"/>
                      <a:pt x="266774" y="106013"/>
                      <a:pt x="350880" y="72485"/>
                    </a:cubicBezTo>
                    <a:close/>
                  </a:path>
                </a:pathLst>
              </a:custGeom>
              <a:solidFill>
                <a:srgbClr val="B4725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6" name="Google Shape;1416;p45"/>
              <p:cNvSpPr/>
              <p:nvPr/>
            </p:nvSpPr>
            <p:spPr>
              <a:xfrm flipH="1">
                <a:off x="5807241" y="1918418"/>
                <a:ext cx="314098" cy="447837"/>
              </a:xfrm>
              <a:custGeom>
                <a:rect b="b" l="l" r="r" t="t"/>
                <a:pathLst>
                  <a:path extrusionOk="0" h="437982" w="307186">
                    <a:moveTo>
                      <a:pt x="206026" y="37552"/>
                    </a:moveTo>
                    <a:cubicBezTo>
                      <a:pt x="183070" y="84415"/>
                      <a:pt x="98965" y="280725"/>
                      <a:pt x="98965" y="280725"/>
                    </a:cubicBezTo>
                    <a:lnTo>
                      <a:pt x="0" y="336066"/>
                    </a:lnTo>
                    <a:lnTo>
                      <a:pt x="65532" y="437983"/>
                    </a:lnTo>
                    <a:cubicBezTo>
                      <a:pt x="65532" y="437983"/>
                      <a:pt x="158687" y="416171"/>
                      <a:pt x="205264" y="373880"/>
                    </a:cubicBezTo>
                    <a:cubicBezTo>
                      <a:pt x="250222" y="333208"/>
                      <a:pt x="307848" y="64984"/>
                      <a:pt x="307181" y="976"/>
                    </a:cubicBezTo>
                    <a:cubicBezTo>
                      <a:pt x="307181" y="976"/>
                      <a:pt x="228981" y="-9406"/>
                      <a:pt x="206026" y="37552"/>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7" name="Google Shape;1417;p45"/>
              <p:cNvSpPr/>
              <p:nvPr/>
            </p:nvSpPr>
            <p:spPr>
              <a:xfrm flipH="1">
                <a:off x="5256844" y="2341951"/>
                <a:ext cx="706081" cy="1266029"/>
              </a:xfrm>
              <a:custGeom>
                <a:rect b="b" l="l" r="r" t="t"/>
                <a:pathLst>
                  <a:path extrusionOk="0" h="1529945" w="690544">
                    <a:moveTo>
                      <a:pt x="380506" y="10668"/>
                    </a:moveTo>
                    <a:cubicBezTo>
                      <a:pt x="423845" y="87344"/>
                      <a:pt x="446800" y="143542"/>
                      <a:pt x="471755" y="241078"/>
                    </a:cubicBezTo>
                    <a:cubicBezTo>
                      <a:pt x="500711" y="354139"/>
                      <a:pt x="676924" y="1310830"/>
                      <a:pt x="690545" y="1516475"/>
                    </a:cubicBezTo>
                    <a:cubicBezTo>
                      <a:pt x="654921" y="1525048"/>
                      <a:pt x="554909" y="1523810"/>
                      <a:pt x="532334" y="1522571"/>
                    </a:cubicBezTo>
                    <a:cubicBezTo>
                      <a:pt x="460706" y="1317307"/>
                      <a:pt x="303163" y="639128"/>
                      <a:pt x="272492" y="509778"/>
                    </a:cubicBezTo>
                    <a:cubicBezTo>
                      <a:pt x="267730" y="489871"/>
                      <a:pt x="237059" y="494252"/>
                      <a:pt x="239441" y="514540"/>
                    </a:cubicBezTo>
                    <a:cubicBezTo>
                      <a:pt x="256871" y="662273"/>
                      <a:pt x="168670" y="1295781"/>
                      <a:pt x="215438" y="1522952"/>
                    </a:cubicBezTo>
                    <a:cubicBezTo>
                      <a:pt x="196769" y="1532477"/>
                      <a:pt x="83802" y="1530382"/>
                      <a:pt x="62180" y="1527620"/>
                    </a:cubicBezTo>
                    <a:cubicBezTo>
                      <a:pt x="38749" y="1274254"/>
                      <a:pt x="-85933" y="315278"/>
                      <a:pt x="102185" y="4381"/>
                    </a:cubicBezTo>
                    <a:cubicBezTo>
                      <a:pt x="188291" y="-7430"/>
                      <a:pt x="293257" y="8096"/>
                      <a:pt x="380506" y="10668"/>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8" name="Google Shape;1418;p45"/>
              <p:cNvSpPr/>
              <p:nvPr/>
            </p:nvSpPr>
            <p:spPr>
              <a:xfrm flipH="1">
                <a:off x="5468122" y="1896751"/>
                <a:ext cx="437178" cy="613196"/>
              </a:xfrm>
              <a:custGeom>
                <a:rect b="b" l="l" r="r" t="t"/>
                <a:pathLst>
                  <a:path extrusionOk="0" h="457609" w="427558">
                    <a:moveTo>
                      <a:pt x="83135" y="23717"/>
                    </a:moveTo>
                    <a:cubicBezTo>
                      <a:pt x="85611" y="29813"/>
                      <a:pt x="-2971" y="218599"/>
                      <a:pt x="77" y="278130"/>
                    </a:cubicBezTo>
                    <a:cubicBezTo>
                      <a:pt x="3125" y="338137"/>
                      <a:pt x="44082" y="439102"/>
                      <a:pt x="40844" y="448056"/>
                    </a:cubicBezTo>
                    <a:cubicBezTo>
                      <a:pt x="40844" y="448056"/>
                      <a:pt x="170765" y="476250"/>
                      <a:pt x="427559" y="435769"/>
                    </a:cubicBezTo>
                    <a:cubicBezTo>
                      <a:pt x="411176" y="289465"/>
                      <a:pt x="353740" y="140494"/>
                      <a:pt x="327261" y="66199"/>
                    </a:cubicBezTo>
                    <a:cubicBezTo>
                      <a:pt x="327261" y="66199"/>
                      <a:pt x="245250" y="1619"/>
                      <a:pt x="223533" y="0"/>
                    </a:cubicBezTo>
                    <a:cubicBezTo>
                      <a:pt x="223438" y="0"/>
                      <a:pt x="184386" y="53816"/>
                      <a:pt x="83135" y="2371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9" name="Google Shape;1419;p45"/>
              <p:cNvSpPr/>
              <p:nvPr/>
            </p:nvSpPr>
            <p:spPr>
              <a:xfrm flipH="1">
                <a:off x="5880077" y="2029496"/>
                <a:ext cx="379532" cy="276607"/>
              </a:xfrm>
              <a:custGeom>
                <a:rect b="b" l="l" r="r" t="t"/>
                <a:pathLst>
                  <a:path extrusionOk="0" h="270520" w="371180">
                    <a:moveTo>
                      <a:pt x="371180" y="270521"/>
                    </a:moveTo>
                    <a:lnTo>
                      <a:pt x="310030" y="68877"/>
                    </a:lnTo>
                    <a:cubicBezTo>
                      <a:pt x="304981" y="52208"/>
                      <a:pt x="291265" y="39730"/>
                      <a:pt x="274216" y="36111"/>
                    </a:cubicBezTo>
                    <a:lnTo>
                      <a:pt x="26470" y="487"/>
                    </a:lnTo>
                    <a:cubicBezTo>
                      <a:pt x="10183" y="-2942"/>
                      <a:pt x="-3819" y="12298"/>
                      <a:pt x="943" y="28300"/>
                    </a:cubicBezTo>
                    <a:lnTo>
                      <a:pt x="52664" y="201750"/>
                    </a:lnTo>
                    <a:cubicBezTo>
                      <a:pt x="54950" y="209371"/>
                      <a:pt x="61046" y="215086"/>
                      <a:pt x="68761" y="216895"/>
                    </a:cubicBezTo>
                    <a:lnTo>
                      <a:pt x="371180" y="270521"/>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0" name="Google Shape;1420;p45"/>
              <p:cNvSpPr/>
              <p:nvPr/>
            </p:nvSpPr>
            <p:spPr>
              <a:xfrm flipH="1">
                <a:off x="5793761" y="2148459"/>
                <a:ext cx="242121" cy="229775"/>
              </a:xfrm>
              <a:custGeom>
                <a:rect b="b" l="l" r="r" t="t"/>
                <a:pathLst>
                  <a:path extrusionOk="0" h="224719" w="236793">
                    <a:moveTo>
                      <a:pt x="204980" y="224720"/>
                    </a:moveTo>
                    <a:cubicBezTo>
                      <a:pt x="99158" y="152235"/>
                      <a:pt x="39626" y="95371"/>
                      <a:pt x="28292" y="85369"/>
                    </a:cubicBezTo>
                    <a:cubicBezTo>
                      <a:pt x="21815" y="79654"/>
                      <a:pt x="4098" y="60319"/>
                      <a:pt x="5527" y="57080"/>
                    </a:cubicBezTo>
                    <a:cubicBezTo>
                      <a:pt x="8861" y="49650"/>
                      <a:pt x="44865" y="87750"/>
                      <a:pt x="44008" y="85179"/>
                    </a:cubicBezTo>
                    <a:cubicBezTo>
                      <a:pt x="43055" y="82702"/>
                      <a:pt x="-2379" y="43269"/>
                      <a:pt x="98" y="37268"/>
                    </a:cubicBezTo>
                    <a:cubicBezTo>
                      <a:pt x="3908" y="28124"/>
                      <a:pt x="53819" y="72891"/>
                      <a:pt x="54676" y="73654"/>
                    </a:cubicBezTo>
                    <a:cubicBezTo>
                      <a:pt x="67916" y="84512"/>
                      <a:pt x="5241" y="32696"/>
                      <a:pt x="6289" y="25743"/>
                    </a:cubicBezTo>
                    <a:cubicBezTo>
                      <a:pt x="7337" y="18885"/>
                      <a:pt x="37626" y="40506"/>
                      <a:pt x="38674" y="41269"/>
                    </a:cubicBezTo>
                    <a:cubicBezTo>
                      <a:pt x="38674" y="41269"/>
                      <a:pt x="63439" y="61366"/>
                      <a:pt x="65344" y="59842"/>
                    </a:cubicBezTo>
                    <a:cubicBezTo>
                      <a:pt x="67154" y="58318"/>
                      <a:pt x="24672" y="1168"/>
                      <a:pt x="32102" y="25"/>
                    </a:cubicBezTo>
                    <a:cubicBezTo>
                      <a:pt x="39531" y="-1118"/>
                      <a:pt x="74393" y="36982"/>
                      <a:pt x="82965" y="45079"/>
                    </a:cubicBezTo>
                    <a:cubicBezTo>
                      <a:pt x="91538" y="53175"/>
                      <a:pt x="106587" y="61080"/>
                      <a:pt x="111445" y="60319"/>
                    </a:cubicBezTo>
                    <a:cubicBezTo>
                      <a:pt x="115541" y="59652"/>
                      <a:pt x="118970" y="41745"/>
                      <a:pt x="114874" y="32601"/>
                    </a:cubicBezTo>
                    <a:cubicBezTo>
                      <a:pt x="114874" y="32601"/>
                      <a:pt x="135829" y="54604"/>
                      <a:pt x="142211" y="73082"/>
                    </a:cubicBezTo>
                    <a:cubicBezTo>
                      <a:pt x="145544" y="82797"/>
                      <a:pt x="147640" y="95180"/>
                      <a:pt x="147640" y="95180"/>
                    </a:cubicBezTo>
                    <a:lnTo>
                      <a:pt x="236794" y="154045"/>
                    </a:lnTo>
                    <a:lnTo>
                      <a:pt x="204980" y="224720"/>
                    </a:lnTo>
                    <a:close/>
                  </a:path>
                </a:pathLst>
              </a:custGeom>
              <a:solidFill>
                <a:srgbClr val="B4725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1" name="Google Shape;1421;p45"/>
              <p:cNvSpPr/>
              <p:nvPr/>
            </p:nvSpPr>
            <p:spPr>
              <a:xfrm flipH="1">
                <a:off x="5512087" y="1963933"/>
                <a:ext cx="419411" cy="509509"/>
              </a:xfrm>
              <a:custGeom>
                <a:rect b="b" l="l" r="r" t="t"/>
                <a:pathLst>
                  <a:path extrusionOk="0" h="498297" w="410182">
                    <a:moveTo>
                      <a:pt x="283369" y="73313"/>
                    </a:moveTo>
                    <a:cubicBezTo>
                      <a:pt x="283369" y="73313"/>
                      <a:pt x="306419" y="-21556"/>
                      <a:pt x="348996" y="4543"/>
                    </a:cubicBezTo>
                    <a:cubicBezTo>
                      <a:pt x="421100" y="48644"/>
                      <a:pt x="449866" y="263051"/>
                      <a:pt x="319564" y="482984"/>
                    </a:cubicBezTo>
                    <a:cubicBezTo>
                      <a:pt x="277273" y="554326"/>
                      <a:pt x="0" y="353253"/>
                      <a:pt x="0" y="353253"/>
                    </a:cubicBezTo>
                    <a:lnTo>
                      <a:pt x="65627" y="250288"/>
                    </a:lnTo>
                    <a:lnTo>
                      <a:pt x="215360" y="343252"/>
                    </a:lnTo>
                    <a:lnTo>
                      <a:pt x="283369" y="73313"/>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22" name="Google Shape;1422;p45"/>
            <p:cNvGrpSpPr/>
            <p:nvPr/>
          </p:nvGrpSpPr>
          <p:grpSpPr>
            <a:xfrm>
              <a:off x="4977785" y="1035662"/>
              <a:ext cx="676370" cy="1142272"/>
              <a:chOff x="2757910" y="1240337"/>
              <a:chExt cx="676370" cy="1142272"/>
            </a:xfrm>
          </p:grpSpPr>
          <p:sp>
            <p:nvSpPr>
              <p:cNvPr id="1423" name="Google Shape;1423;p45"/>
              <p:cNvSpPr/>
              <p:nvPr/>
            </p:nvSpPr>
            <p:spPr>
              <a:xfrm>
                <a:off x="2757910" y="1240337"/>
                <a:ext cx="676370" cy="870576"/>
              </a:xfrm>
              <a:custGeom>
                <a:rect b="b" l="l" r="r" t="t"/>
                <a:pathLst>
                  <a:path extrusionOk="0" h="996" w="774">
                    <a:moveTo>
                      <a:pt x="774" y="387"/>
                    </a:moveTo>
                    <a:cubicBezTo>
                      <a:pt x="774" y="173"/>
                      <a:pt x="601" y="0"/>
                      <a:pt x="387" y="0"/>
                    </a:cubicBezTo>
                    <a:cubicBezTo>
                      <a:pt x="173" y="0"/>
                      <a:pt x="0" y="173"/>
                      <a:pt x="0" y="387"/>
                    </a:cubicBezTo>
                    <a:cubicBezTo>
                      <a:pt x="0" y="462"/>
                      <a:pt x="22" y="533"/>
                      <a:pt x="59" y="592"/>
                    </a:cubicBezTo>
                    <a:cubicBezTo>
                      <a:pt x="59" y="592"/>
                      <a:pt x="59" y="592"/>
                      <a:pt x="59" y="592"/>
                    </a:cubicBezTo>
                    <a:cubicBezTo>
                      <a:pt x="59" y="592"/>
                      <a:pt x="61" y="595"/>
                      <a:pt x="64" y="600"/>
                    </a:cubicBezTo>
                    <a:cubicBezTo>
                      <a:pt x="65" y="602"/>
                      <a:pt x="66" y="603"/>
                      <a:pt x="67" y="605"/>
                    </a:cubicBezTo>
                    <a:cubicBezTo>
                      <a:pt x="99" y="654"/>
                      <a:pt x="211" y="835"/>
                      <a:pt x="211" y="996"/>
                    </a:cubicBezTo>
                    <a:cubicBezTo>
                      <a:pt x="334" y="996"/>
                      <a:pt x="334" y="996"/>
                      <a:pt x="334" y="996"/>
                    </a:cubicBezTo>
                    <a:cubicBezTo>
                      <a:pt x="464" y="996"/>
                      <a:pt x="464" y="996"/>
                      <a:pt x="464" y="996"/>
                    </a:cubicBezTo>
                    <a:cubicBezTo>
                      <a:pt x="563" y="996"/>
                      <a:pt x="563" y="996"/>
                      <a:pt x="563" y="996"/>
                    </a:cubicBezTo>
                    <a:cubicBezTo>
                      <a:pt x="563" y="808"/>
                      <a:pt x="716" y="592"/>
                      <a:pt x="716" y="592"/>
                    </a:cubicBezTo>
                    <a:cubicBezTo>
                      <a:pt x="716" y="592"/>
                      <a:pt x="716" y="592"/>
                      <a:pt x="716" y="592"/>
                    </a:cubicBezTo>
                    <a:cubicBezTo>
                      <a:pt x="753" y="533"/>
                      <a:pt x="774" y="462"/>
                      <a:pt x="774" y="387"/>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4" name="Google Shape;1424;p45"/>
              <p:cNvSpPr/>
              <p:nvPr/>
            </p:nvSpPr>
            <p:spPr>
              <a:xfrm>
                <a:off x="2940636" y="2078385"/>
                <a:ext cx="320487" cy="227689"/>
              </a:xfrm>
              <a:custGeom>
                <a:rect b="b" l="l" r="r" t="t"/>
                <a:pathLst>
                  <a:path extrusionOk="0" h="238" w="335">
                    <a:moveTo>
                      <a:pt x="196" y="0"/>
                    </a:moveTo>
                    <a:lnTo>
                      <a:pt x="139" y="0"/>
                    </a:lnTo>
                    <a:lnTo>
                      <a:pt x="0" y="0"/>
                    </a:lnTo>
                    <a:lnTo>
                      <a:pt x="0" y="165"/>
                    </a:lnTo>
                    <a:lnTo>
                      <a:pt x="90" y="238"/>
                    </a:lnTo>
                    <a:lnTo>
                      <a:pt x="139" y="238"/>
                    </a:lnTo>
                    <a:lnTo>
                      <a:pt x="196" y="238"/>
                    </a:lnTo>
                    <a:lnTo>
                      <a:pt x="245" y="238"/>
                    </a:lnTo>
                    <a:lnTo>
                      <a:pt x="335" y="165"/>
                    </a:lnTo>
                    <a:lnTo>
                      <a:pt x="335" y="0"/>
                    </a:lnTo>
                    <a:lnTo>
                      <a:pt x="19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5" name="Google Shape;1425;p45"/>
              <p:cNvSpPr/>
              <p:nvPr/>
            </p:nvSpPr>
            <p:spPr>
              <a:xfrm>
                <a:off x="2924372" y="1697628"/>
                <a:ext cx="322400" cy="369276"/>
              </a:xfrm>
              <a:custGeom>
                <a:rect b="b" l="l" r="r" t="t"/>
                <a:pathLst>
                  <a:path extrusionOk="0" h="422" w="369">
                    <a:moveTo>
                      <a:pt x="103" y="422"/>
                    </a:moveTo>
                    <a:cubicBezTo>
                      <a:pt x="0" y="41"/>
                      <a:pt x="0" y="41"/>
                      <a:pt x="0" y="41"/>
                    </a:cubicBezTo>
                    <a:cubicBezTo>
                      <a:pt x="10" y="49"/>
                      <a:pt x="10" y="49"/>
                      <a:pt x="10" y="49"/>
                    </a:cubicBezTo>
                    <a:cubicBezTo>
                      <a:pt x="11" y="50"/>
                      <a:pt x="66" y="92"/>
                      <a:pt x="109" y="87"/>
                    </a:cubicBezTo>
                    <a:cubicBezTo>
                      <a:pt x="86" y="49"/>
                      <a:pt x="96" y="27"/>
                      <a:pt x="103" y="18"/>
                    </a:cubicBezTo>
                    <a:cubicBezTo>
                      <a:pt x="114" y="4"/>
                      <a:pt x="135" y="0"/>
                      <a:pt x="150" y="8"/>
                    </a:cubicBezTo>
                    <a:cubicBezTo>
                      <a:pt x="164" y="16"/>
                      <a:pt x="168" y="33"/>
                      <a:pt x="160" y="54"/>
                    </a:cubicBezTo>
                    <a:cubicBezTo>
                      <a:pt x="152" y="73"/>
                      <a:pt x="140" y="86"/>
                      <a:pt x="123" y="92"/>
                    </a:cubicBezTo>
                    <a:cubicBezTo>
                      <a:pt x="128" y="98"/>
                      <a:pt x="133" y="105"/>
                      <a:pt x="139" y="111"/>
                    </a:cubicBezTo>
                    <a:cubicBezTo>
                      <a:pt x="168" y="143"/>
                      <a:pt x="196" y="138"/>
                      <a:pt x="214" y="128"/>
                    </a:cubicBezTo>
                    <a:cubicBezTo>
                      <a:pt x="230" y="119"/>
                      <a:pt x="243" y="104"/>
                      <a:pt x="253" y="88"/>
                    </a:cubicBezTo>
                    <a:cubicBezTo>
                      <a:pt x="246" y="85"/>
                      <a:pt x="241" y="82"/>
                      <a:pt x="238" y="80"/>
                    </a:cubicBezTo>
                    <a:cubicBezTo>
                      <a:pt x="216" y="67"/>
                      <a:pt x="204" y="45"/>
                      <a:pt x="209" y="27"/>
                    </a:cubicBezTo>
                    <a:cubicBezTo>
                      <a:pt x="213" y="15"/>
                      <a:pt x="225" y="8"/>
                      <a:pt x="242" y="7"/>
                    </a:cubicBezTo>
                    <a:cubicBezTo>
                      <a:pt x="259" y="7"/>
                      <a:pt x="270" y="15"/>
                      <a:pt x="274" y="29"/>
                    </a:cubicBezTo>
                    <a:cubicBezTo>
                      <a:pt x="278" y="43"/>
                      <a:pt x="274" y="63"/>
                      <a:pt x="265" y="83"/>
                    </a:cubicBezTo>
                    <a:cubicBezTo>
                      <a:pt x="307" y="92"/>
                      <a:pt x="347" y="61"/>
                      <a:pt x="360" y="49"/>
                    </a:cubicBezTo>
                    <a:cubicBezTo>
                      <a:pt x="369" y="41"/>
                      <a:pt x="369" y="41"/>
                      <a:pt x="369" y="41"/>
                    </a:cubicBezTo>
                    <a:cubicBezTo>
                      <a:pt x="293" y="422"/>
                      <a:pt x="293" y="422"/>
                      <a:pt x="293" y="422"/>
                    </a:cubicBezTo>
                    <a:cubicBezTo>
                      <a:pt x="285" y="420"/>
                      <a:pt x="285" y="420"/>
                      <a:pt x="285" y="420"/>
                    </a:cubicBezTo>
                    <a:cubicBezTo>
                      <a:pt x="356" y="63"/>
                      <a:pt x="356" y="63"/>
                      <a:pt x="356" y="63"/>
                    </a:cubicBezTo>
                    <a:cubicBezTo>
                      <a:pt x="316" y="94"/>
                      <a:pt x="283" y="95"/>
                      <a:pt x="261" y="90"/>
                    </a:cubicBezTo>
                    <a:cubicBezTo>
                      <a:pt x="251" y="108"/>
                      <a:pt x="236" y="125"/>
                      <a:pt x="218" y="135"/>
                    </a:cubicBezTo>
                    <a:cubicBezTo>
                      <a:pt x="189" y="151"/>
                      <a:pt x="159" y="145"/>
                      <a:pt x="133" y="117"/>
                    </a:cubicBezTo>
                    <a:cubicBezTo>
                      <a:pt x="125" y="109"/>
                      <a:pt x="119" y="101"/>
                      <a:pt x="114" y="94"/>
                    </a:cubicBezTo>
                    <a:cubicBezTo>
                      <a:pt x="77" y="101"/>
                      <a:pt x="34" y="76"/>
                      <a:pt x="15" y="63"/>
                    </a:cubicBezTo>
                    <a:cubicBezTo>
                      <a:pt x="111" y="420"/>
                      <a:pt x="111" y="420"/>
                      <a:pt x="111" y="420"/>
                    </a:cubicBezTo>
                    <a:cubicBezTo>
                      <a:pt x="103" y="422"/>
                      <a:pt x="103" y="422"/>
                      <a:pt x="103" y="422"/>
                    </a:cubicBezTo>
                    <a:moveTo>
                      <a:pt x="133" y="12"/>
                    </a:moveTo>
                    <a:cubicBezTo>
                      <a:pt x="125" y="12"/>
                      <a:pt x="115" y="16"/>
                      <a:pt x="110" y="23"/>
                    </a:cubicBezTo>
                    <a:cubicBezTo>
                      <a:pt x="99" y="37"/>
                      <a:pt x="102" y="59"/>
                      <a:pt x="118" y="85"/>
                    </a:cubicBezTo>
                    <a:cubicBezTo>
                      <a:pt x="133" y="80"/>
                      <a:pt x="145" y="69"/>
                      <a:pt x="152" y="51"/>
                    </a:cubicBezTo>
                    <a:cubicBezTo>
                      <a:pt x="159" y="34"/>
                      <a:pt x="156" y="21"/>
                      <a:pt x="146" y="15"/>
                    </a:cubicBezTo>
                    <a:cubicBezTo>
                      <a:pt x="142" y="13"/>
                      <a:pt x="138" y="12"/>
                      <a:pt x="133" y="12"/>
                    </a:cubicBezTo>
                    <a:moveTo>
                      <a:pt x="244" y="16"/>
                    </a:moveTo>
                    <a:cubicBezTo>
                      <a:pt x="243" y="16"/>
                      <a:pt x="243" y="16"/>
                      <a:pt x="243" y="16"/>
                    </a:cubicBezTo>
                    <a:cubicBezTo>
                      <a:pt x="229" y="16"/>
                      <a:pt x="220" y="21"/>
                      <a:pt x="217" y="30"/>
                    </a:cubicBezTo>
                    <a:cubicBezTo>
                      <a:pt x="214" y="43"/>
                      <a:pt x="224" y="62"/>
                      <a:pt x="242" y="73"/>
                    </a:cubicBezTo>
                    <a:cubicBezTo>
                      <a:pt x="247" y="76"/>
                      <a:pt x="252" y="79"/>
                      <a:pt x="257" y="80"/>
                    </a:cubicBezTo>
                    <a:cubicBezTo>
                      <a:pt x="265" y="62"/>
                      <a:pt x="269" y="44"/>
                      <a:pt x="266" y="31"/>
                    </a:cubicBezTo>
                    <a:cubicBezTo>
                      <a:pt x="263" y="21"/>
                      <a:pt x="255" y="16"/>
                      <a:pt x="244" y="16"/>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6" name="Google Shape;1426;p45"/>
              <p:cNvSpPr/>
              <p:nvPr/>
            </p:nvSpPr>
            <p:spPr>
              <a:xfrm>
                <a:off x="2942549" y="1733025"/>
                <a:ext cx="304223" cy="323357"/>
              </a:xfrm>
              <a:custGeom>
                <a:rect b="b" l="l" r="r" t="t"/>
                <a:pathLst>
                  <a:path extrusionOk="0" h="369" w="348">
                    <a:moveTo>
                      <a:pt x="0" y="77"/>
                    </a:moveTo>
                    <a:cubicBezTo>
                      <a:pt x="78" y="369"/>
                      <a:pt x="78" y="369"/>
                      <a:pt x="78" y="369"/>
                    </a:cubicBezTo>
                    <a:cubicBezTo>
                      <a:pt x="87" y="369"/>
                      <a:pt x="87" y="369"/>
                      <a:pt x="87" y="369"/>
                    </a:cubicBezTo>
                    <a:cubicBezTo>
                      <a:pt x="9" y="77"/>
                      <a:pt x="9" y="77"/>
                      <a:pt x="9" y="77"/>
                    </a:cubicBezTo>
                    <a:cubicBezTo>
                      <a:pt x="6" y="77"/>
                      <a:pt x="3" y="77"/>
                      <a:pt x="0" y="77"/>
                    </a:cubicBezTo>
                    <a:moveTo>
                      <a:pt x="348" y="0"/>
                    </a:moveTo>
                    <a:cubicBezTo>
                      <a:pt x="339" y="8"/>
                      <a:pt x="339" y="8"/>
                      <a:pt x="339" y="8"/>
                    </a:cubicBezTo>
                    <a:cubicBezTo>
                      <a:pt x="328" y="18"/>
                      <a:pt x="295" y="43"/>
                      <a:pt x="260" y="43"/>
                    </a:cubicBezTo>
                    <a:cubicBezTo>
                      <a:pt x="254" y="43"/>
                      <a:pt x="249" y="43"/>
                      <a:pt x="244" y="42"/>
                    </a:cubicBezTo>
                    <a:cubicBezTo>
                      <a:pt x="248" y="34"/>
                      <a:pt x="250" y="26"/>
                      <a:pt x="252" y="18"/>
                    </a:cubicBezTo>
                    <a:cubicBezTo>
                      <a:pt x="249" y="20"/>
                      <a:pt x="245" y="22"/>
                      <a:pt x="242" y="24"/>
                    </a:cubicBezTo>
                    <a:cubicBezTo>
                      <a:pt x="240" y="29"/>
                      <a:pt x="238" y="34"/>
                      <a:pt x="236" y="39"/>
                    </a:cubicBezTo>
                    <a:cubicBezTo>
                      <a:pt x="232" y="38"/>
                      <a:pt x="228" y="36"/>
                      <a:pt x="224" y="34"/>
                    </a:cubicBezTo>
                    <a:cubicBezTo>
                      <a:pt x="221" y="35"/>
                      <a:pt x="218" y="37"/>
                      <a:pt x="215" y="38"/>
                    </a:cubicBezTo>
                    <a:cubicBezTo>
                      <a:pt x="215" y="38"/>
                      <a:pt x="216" y="39"/>
                      <a:pt x="217" y="39"/>
                    </a:cubicBezTo>
                    <a:cubicBezTo>
                      <a:pt x="220" y="41"/>
                      <a:pt x="225" y="44"/>
                      <a:pt x="232" y="47"/>
                    </a:cubicBezTo>
                    <a:cubicBezTo>
                      <a:pt x="222" y="63"/>
                      <a:pt x="209" y="78"/>
                      <a:pt x="193" y="87"/>
                    </a:cubicBezTo>
                    <a:cubicBezTo>
                      <a:pt x="185" y="91"/>
                      <a:pt x="176" y="94"/>
                      <a:pt x="165" y="94"/>
                    </a:cubicBezTo>
                    <a:cubicBezTo>
                      <a:pt x="151" y="94"/>
                      <a:pt x="135" y="88"/>
                      <a:pt x="118" y="70"/>
                    </a:cubicBezTo>
                    <a:cubicBezTo>
                      <a:pt x="117" y="70"/>
                      <a:pt x="117" y="69"/>
                      <a:pt x="116" y="68"/>
                    </a:cubicBezTo>
                    <a:cubicBezTo>
                      <a:pt x="113" y="69"/>
                      <a:pt x="110" y="69"/>
                      <a:pt x="107" y="70"/>
                    </a:cubicBezTo>
                    <a:cubicBezTo>
                      <a:pt x="108" y="72"/>
                      <a:pt x="110" y="74"/>
                      <a:pt x="112" y="76"/>
                    </a:cubicBezTo>
                    <a:cubicBezTo>
                      <a:pt x="128" y="94"/>
                      <a:pt x="147" y="103"/>
                      <a:pt x="165" y="103"/>
                    </a:cubicBezTo>
                    <a:cubicBezTo>
                      <a:pt x="176" y="103"/>
                      <a:pt x="186" y="100"/>
                      <a:pt x="197" y="94"/>
                    </a:cubicBezTo>
                    <a:cubicBezTo>
                      <a:pt x="215" y="84"/>
                      <a:pt x="230" y="67"/>
                      <a:pt x="240" y="49"/>
                    </a:cubicBezTo>
                    <a:cubicBezTo>
                      <a:pt x="246" y="51"/>
                      <a:pt x="253" y="52"/>
                      <a:pt x="261" y="52"/>
                    </a:cubicBezTo>
                    <a:cubicBezTo>
                      <a:pt x="281" y="52"/>
                      <a:pt x="306" y="45"/>
                      <a:pt x="335" y="22"/>
                    </a:cubicBezTo>
                    <a:cubicBezTo>
                      <a:pt x="266" y="369"/>
                      <a:pt x="266" y="369"/>
                      <a:pt x="266" y="369"/>
                    </a:cubicBezTo>
                    <a:cubicBezTo>
                      <a:pt x="275" y="369"/>
                      <a:pt x="275" y="369"/>
                      <a:pt x="275" y="369"/>
                    </a:cubicBezTo>
                    <a:cubicBezTo>
                      <a:pt x="348" y="0"/>
                      <a:pt x="348" y="0"/>
                      <a:pt x="348"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7" name="Google Shape;1427;p45"/>
              <p:cNvSpPr/>
              <p:nvPr/>
            </p:nvSpPr>
            <p:spPr>
              <a:xfrm>
                <a:off x="2904282" y="2056382"/>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8" name="Google Shape;1428;p45"/>
              <p:cNvSpPr/>
              <p:nvPr/>
            </p:nvSpPr>
            <p:spPr>
              <a:xfrm>
                <a:off x="2904282" y="2118566"/>
                <a:ext cx="393194" cy="41137"/>
              </a:xfrm>
              <a:custGeom>
                <a:rect b="b" l="l" r="r" t="t"/>
                <a:pathLst>
                  <a:path extrusionOk="0" h="47" w="450">
                    <a:moveTo>
                      <a:pt x="425" y="0"/>
                    </a:moveTo>
                    <a:cubicBezTo>
                      <a:pt x="25" y="0"/>
                      <a:pt x="25" y="0"/>
                      <a:pt x="25" y="0"/>
                    </a:cubicBezTo>
                    <a:cubicBezTo>
                      <a:pt x="12" y="0"/>
                      <a:pt x="0" y="11"/>
                      <a:pt x="0" y="23"/>
                    </a:cubicBezTo>
                    <a:cubicBezTo>
                      <a:pt x="0" y="36"/>
                      <a:pt x="12" y="47"/>
                      <a:pt x="25" y="47"/>
                    </a:cubicBezTo>
                    <a:cubicBezTo>
                      <a:pt x="425" y="47"/>
                      <a:pt x="425" y="47"/>
                      <a:pt x="425" y="47"/>
                    </a:cubicBezTo>
                    <a:cubicBezTo>
                      <a:pt x="438" y="47"/>
                      <a:pt x="450" y="36"/>
                      <a:pt x="450" y="23"/>
                    </a:cubicBezTo>
                    <a:cubicBezTo>
                      <a:pt x="450" y="11"/>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9" name="Google Shape;1429;p45"/>
              <p:cNvSpPr/>
              <p:nvPr/>
            </p:nvSpPr>
            <p:spPr>
              <a:xfrm>
                <a:off x="2904282" y="2181706"/>
                <a:ext cx="393194" cy="40180"/>
              </a:xfrm>
              <a:custGeom>
                <a:rect b="b" l="l" r="r" t="t"/>
                <a:pathLst>
                  <a:path extrusionOk="0" h="46" w="450">
                    <a:moveTo>
                      <a:pt x="425" y="0"/>
                    </a:moveTo>
                    <a:cubicBezTo>
                      <a:pt x="25" y="0"/>
                      <a:pt x="25" y="0"/>
                      <a:pt x="25" y="0"/>
                    </a:cubicBezTo>
                    <a:cubicBezTo>
                      <a:pt x="12" y="0"/>
                      <a:pt x="0" y="10"/>
                      <a:pt x="0" y="23"/>
                    </a:cubicBezTo>
                    <a:cubicBezTo>
                      <a:pt x="0" y="36"/>
                      <a:pt x="12" y="46"/>
                      <a:pt x="25" y="46"/>
                    </a:cubicBezTo>
                    <a:cubicBezTo>
                      <a:pt x="425" y="46"/>
                      <a:pt x="425" y="46"/>
                      <a:pt x="425" y="46"/>
                    </a:cubicBezTo>
                    <a:cubicBezTo>
                      <a:pt x="438" y="46"/>
                      <a:pt x="450" y="36"/>
                      <a:pt x="450" y="23"/>
                    </a:cubicBezTo>
                    <a:cubicBezTo>
                      <a:pt x="450" y="10"/>
                      <a:pt x="438" y="0"/>
                      <a:pt x="42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0" name="Google Shape;1430;p45"/>
              <p:cNvSpPr/>
              <p:nvPr/>
            </p:nvSpPr>
            <p:spPr>
              <a:xfrm>
                <a:off x="3026737" y="2306074"/>
                <a:ext cx="148285" cy="76534"/>
              </a:xfrm>
              <a:custGeom>
                <a:rect b="b" l="l" r="r" t="t"/>
                <a:pathLst>
                  <a:path extrusionOk="0" h="87" w="170">
                    <a:moveTo>
                      <a:pt x="0" y="0"/>
                    </a:moveTo>
                    <a:cubicBezTo>
                      <a:pt x="0" y="2"/>
                      <a:pt x="0" y="2"/>
                      <a:pt x="0" y="2"/>
                    </a:cubicBezTo>
                    <a:cubicBezTo>
                      <a:pt x="0" y="49"/>
                      <a:pt x="38" y="87"/>
                      <a:pt x="85" y="87"/>
                    </a:cubicBezTo>
                    <a:cubicBezTo>
                      <a:pt x="132" y="87"/>
                      <a:pt x="170" y="49"/>
                      <a:pt x="170" y="2"/>
                    </a:cubicBezTo>
                    <a:cubicBezTo>
                      <a:pt x="170" y="0"/>
                      <a:pt x="170" y="0"/>
                      <a:pt x="170" y="0"/>
                    </a:cubicBezTo>
                    <a:lnTo>
                      <a:pt x="0"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431" name="Google Shape;1431;p45"/>
            <p:cNvGrpSpPr/>
            <p:nvPr/>
          </p:nvGrpSpPr>
          <p:grpSpPr>
            <a:xfrm>
              <a:off x="5954721" y="2930236"/>
              <a:ext cx="821542" cy="769820"/>
              <a:chOff x="1932280" y="1331475"/>
              <a:chExt cx="637200" cy="597084"/>
            </a:xfrm>
          </p:grpSpPr>
          <p:sp>
            <p:nvSpPr>
              <p:cNvPr id="1432" name="Google Shape;1432;p45"/>
              <p:cNvSpPr/>
              <p:nvPr/>
            </p:nvSpPr>
            <p:spPr>
              <a:xfrm>
                <a:off x="1932280" y="1393658"/>
                <a:ext cx="637200" cy="534900"/>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3" name="Google Shape;1433;p45"/>
              <p:cNvSpPr/>
              <p:nvPr/>
            </p:nvSpPr>
            <p:spPr>
              <a:xfrm>
                <a:off x="2033687" y="1869127"/>
                <a:ext cx="99300" cy="16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4" name="Google Shape;1434;p45"/>
              <p:cNvSpPr/>
              <p:nvPr/>
            </p:nvSpPr>
            <p:spPr>
              <a:xfrm>
                <a:off x="1977243" y="1857647"/>
                <a:ext cx="38400" cy="39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5" name="Google Shape;1435;p45"/>
              <p:cNvSpPr/>
              <p:nvPr/>
            </p:nvSpPr>
            <p:spPr>
              <a:xfrm>
                <a:off x="2432621" y="1869127"/>
                <a:ext cx="100500" cy="162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6" name="Google Shape;1436;p45"/>
              <p:cNvSpPr/>
              <p:nvPr/>
            </p:nvSpPr>
            <p:spPr>
              <a:xfrm>
                <a:off x="2377133" y="1857647"/>
                <a:ext cx="39300" cy="39300"/>
              </a:xfrm>
              <a:prstGeom prst="ellipse">
                <a:avLst/>
              </a:pr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7" name="Google Shape;1437;p45"/>
              <p:cNvSpPr/>
              <p:nvPr/>
            </p:nvSpPr>
            <p:spPr>
              <a:xfrm>
                <a:off x="1932280" y="1331475"/>
                <a:ext cx="637146" cy="62184"/>
              </a:xfrm>
              <a:custGeom>
                <a:rect b="b" l="l" r="r" t="t"/>
                <a:pathLst>
                  <a:path extrusionOk="0" h="71" w="729">
                    <a:moveTo>
                      <a:pt x="695" y="0"/>
                    </a:moveTo>
                    <a:cubicBezTo>
                      <a:pt x="33" y="0"/>
                      <a:pt x="33" y="0"/>
                      <a:pt x="33" y="0"/>
                    </a:cubicBezTo>
                    <a:cubicBezTo>
                      <a:pt x="15" y="0"/>
                      <a:pt x="0" y="15"/>
                      <a:pt x="0" y="34"/>
                    </a:cubicBezTo>
                    <a:cubicBezTo>
                      <a:pt x="0" y="71"/>
                      <a:pt x="0" y="71"/>
                      <a:pt x="0" y="71"/>
                    </a:cubicBezTo>
                    <a:cubicBezTo>
                      <a:pt x="729" y="71"/>
                      <a:pt x="729" y="71"/>
                      <a:pt x="729" y="71"/>
                    </a:cubicBezTo>
                    <a:cubicBezTo>
                      <a:pt x="729" y="34"/>
                      <a:pt x="729" y="34"/>
                      <a:pt x="729" y="34"/>
                    </a:cubicBezTo>
                    <a:cubicBezTo>
                      <a:pt x="729" y="15"/>
                      <a:pt x="714" y="0"/>
                      <a:pt x="695" y="0"/>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8" name="Google Shape;1438;p45"/>
              <p:cNvSpPr/>
              <p:nvPr/>
            </p:nvSpPr>
            <p:spPr>
              <a:xfrm>
                <a:off x="1959067" y="1348695"/>
                <a:ext cx="288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9" name="Google Shape;1439;p45"/>
              <p:cNvSpPr/>
              <p:nvPr/>
            </p:nvSpPr>
            <p:spPr>
              <a:xfrm>
                <a:off x="2003074" y="1348695"/>
                <a:ext cx="288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0" name="Google Shape;1440;p45"/>
              <p:cNvSpPr/>
              <p:nvPr/>
            </p:nvSpPr>
            <p:spPr>
              <a:xfrm>
                <a:off x="2047081" y="1348695"/>
                <a:ext cx="29700" cy="288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1" name="Google Shape;1441;p45"/>
              <p:cNvSpPr/>
              <p:nvPr/>
            </p:nvSpPr>
            <p:spPr>
              <a:xfrm>
                <a:off x="2045167" y="1431925"/>
                <a:ext cx="411300" cy="4113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2" name="Google Shape;1442;p45"/>
              <p:cNvSpPr/>
              <p:nvPr/>
            </p:nvSpPr>
            <p:spPr>
              <a:xfrm>
                <a:off x="2115004" y="1502719"/>
                <a:ext cx="264042" cy="264042"/>
              </a:xfrm>
              <a:custGeom>
                <a:rect b="b" l="l" r="r" t="t"/>
                <a:pathLst>
                  <a:path extrusionOk="0" h="301" w="302">
                    <a:moveTo>
                      <a:pt x="151" y="151"/>
                    </a:moveTo>
                    <a:cubicBezTo>
                      <a:pt x="95" y="10"/>
                      <a:pt x="95" y="10"/>
                      <a:pt x="95" y="10"/>
                    </a:cubicBezTo>
                    <a:cubicBezTo>
                      <a:pt x="113" y="4"/>
                      <a:pt x="131" y="0"/>
                      <a:pt x="151" y="0"/>
                    </a:cubicBezTo>
                    <a:cubicBezTo>
                      <a:pt x="234" y="0"/>
                      <a:pt x="302" y="67"/>
                      <a:pt x="302" y="151"/>
                    </a:cubicBezTo>
                    <a:cubicBezTo>
                      <a:pt x="302" y="234"/>
                      <a:pt x="234" y="301"/>
                      <a:pt x="151" y="301"/>
                    </a:cubicBezTo>
                    <a:cubicBezTo>
                      <a:pt x="68" y="301"/>
                      <a:pt x="0" y="234"/>
                      <a:pt x="0" y="151"/>
                    </a:cubicBezTo>
                    <a:cubicBezTo>
                      <a:pt x="0" y="142"/>
                      <a:pt x="1" y="134"/>
                      <a:pt x="2" y="126"/>
                    </a:cubicBezTo>
                    <a:lnTo>
                      <a:pt x="151" y="151"/>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3" name="Google Shape;1443;p45"/>
              <p:cNvSpPr/>
              <p:nvPr/>
            </p:nvSpPr>
            <p:spPr>
              <a:xfrm>
                <a:off x="2093958" y="1495066"/>
                <a:ext cx="130108" cy="123412"/>
              </a:xfrm>
              <a:custGeom>
                <a:rect b="b" l="l" r="r" t="t"/>
                <a:pathLst>
                  <a:path extrusionOk="0" h="141" w="149">
                    <a:moveTo>
                      <a:pt x="0" y="116"/>
                    </a:moveTo>
                    <a:cubicBezTo>
                      <a:pt x="9" y="63"/>
                      <a:pt x="45" y="20"/>
                      <a:pt x="93" y="0"/>
                    </a:cubicBezTo>
                    <a:cubicBezTo>
                      <a:pt x="149" y="141"/>
                      <a:pt x="149" y="141"/>
                      <a:pt x="149" y="141"/>
                    </a:cubicBezTo>
                    <a:lnTo>
                      <a:pt x="0" y="11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444" name="Google Shape;1444;p45"/>
            <p:cNvSpPr/>
            <p:nvPr/>
          </p:nvSpPr>
          <p:spPr>
            <a:xfrm>
              <a:off x="6979977" y="3349174"/>
              <a:ext cx="232055" cy="382764"/>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5" name="Google Shape;1445;p45"/>
            <p:cNvSpPr/>
            <p:nvPr/>
          </p:nvSpPr>
          <p:spPr>
            <a:xfrm>
              <a:off x="6594533" y="924631"/>
              <a:ext cx="301600" cy="49757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6" name="Google Shape;1446;p45"/>
            <p:cNvSpPr/>
            <p:nvPr/>
          </p:nvSpPr>
          <p:spPr>
            <a:xfrm>
              <a:off x="5875411" y="1319404"/>
              <a:ext cx="200575" cy="197948"/>
            </a:xfrm>
            <a:custGeom>
              <a:rect b="b" l="l" r="r" t="t"/>
              <a:pathLst>
                <a:path extrusionOk="0" h="823" w="835">
                  <a:moveTo>
                    <a:pt x="716" y="701"/>
                  </a:moveTo>
                  <a:cubicBezTo>
                    <a:pt x="746" y="669"/>
                    <a:pt x="771" y="634"/>
                    <a:pt x="791" y="594"/>
                  </a:cubicBezTo>
                  <a:cubicBezTo>
                    <a:pt x="791" y="593"/>
                    <a:pt x="791" y="593"/>
                    <a:pt x="791" y="593"/>
                  </a:cubicBezTo>
                  <a:cubicBezTo>
                    <a:pt x="729" y="563"/>
                    <a:pt x="729" y="563"/>
                    <a:pt x="729" y="563"/>
                  </a:cubicBezTo>
                  <a:cubicBezTo>
                    <a:pt x="745" y="529"/>
                    <a:pt x="755" y="494"/>
                    <a:pt x="760" y="459"/>
                  </a:cubicBezTo>
                  <a:cubicBezTo>
                    <a:pt x="829" y="469"/>
                    <a:pt x="829" y="469"/>
                    <a:pt x="829" y="469"/>
                  </a:cubicBezTo>
                  <a:cubicBezTo>
                    <a:pt x="835" y="426"/>
                    <a:pt x="835" y="382"/>
                    <a:pt x="827" y="339"/>
                  </a:cubicBezTo>
                  <a:cubicBezTo>
                    <a:pt x="758" y="351"/>
                    <a:pt x="758" y="351"/>
                    <a:pt x="758" y="351"/>
                  </a:cubicBezTo>
                  <a:cubicBezTo>
                    <a:pt x="752" y="315"/>
                    <a:pt x="740" y="281"/>
                    <a:pt x="723" y="249"/>
                  </a:cubicBezTo>
                  <a:cubicBezTo>
                    <a:pt x="785" y="216"/>
                    <a:pt x="785" y="216"/>
                    <a:pt x="785" y="216"/>
                  </a:cubicBezTo>
                  <a:cubicBezTo>
                    <a:pt x="764" y="177"/>
                    <a:pt x="738" y="143"/>
                    <a:pt x="706" y="112"/>
                  </a:cubicBezTo>
                  <a:cubicBezTo>
                    <a:pt x="658" y="163"/>
                    <a:pt x="658" y="163"/>
                    <a:pt x="658" y="163"/>
                  </a:cubicBezTo>
                  <a:cubicBezTo>
                    <a:pt x="633" y="138"/>
                    <a:pt x="603" y="117"/>
                    <a:pt x="570" y="101"/>
                  </a:cubicBezTo>
                  <a:cubicBezTo>
                    <a:pt x="569" y="101"/>
                    <a:pt x="569" y="101"/>
                    <a:pt x="569" y="101"/>
                  </a:cubicBezTo>
                  <a:cubicBezTo>
                    <a:pt x="600" y="38"/>
                    <a:pt x="600" y="38"/>
                    <a:pt x="600" y="38"/>
                  </a:cubicBezTo>
                  <a:cubicBezTo>
                    <a:pt x="561" y="19"/>
                    <a:pt x="519" y="6"/>
                    <a:pt x="476" y="0"/>
                  </a:cubicBezTo>
                  <a:cubicBezTo>
                    <a:pt x="466" y="69"/>
                    <a:pt x="466" y="69"/>
                    <a:pt x="466" y="69"/>
                  </a:cubicBezTo>
                  <a:cubicBezTo>
                    <a:pt x="430" y="64"/>
                    <a:pt x="393" y="65"/>
                    <a:pt x="358" y="71"/>
                  </a:cubicBezTo>
                  <a:cubicBezTo>
                    <a:pt x="346" y="2"/>
                    <a:pt x="346" y="2"/>
                    <a:pt x="346" y="2"/>
                  </a:cubicBezTo>
                  <a:cubicBezTo>
                    <a:pt x="303" y="10"/>
                    <a:pt x="261" y="24"/>
                    <a:pt x="223" y="44"/>
                  </a:cubicBezTo>
                  <a:cubicBezTo>
                    <a:pt x="256" y="106"/>
                    <a:pt x="256" y="106"/>
                    <a:pt x="256" y="106"/>
                  </a:cubicBezTo>
                  <a:cubicBezTo>
                    <a:pt x="224" y="123"/>
                    <a:pt x="195" y="145"/>
                    <a:pt x="169" y="171"/>
                  </a:cubicBezTo>
                  <a:cubicBezTo>
                    <a:pt x="119" y="122"/>
                    <a:pt x="119" y="122"/>
                    <a:pt x="119" y="122"/>
                  </a:cubicBezTo>
                  <a:cubicBezTo>
                    <a:pt x="89" y="153"/>
                    <a:pt x="64" y="189"/>
                    <a:pt x="45" y="228"/>
                  </a:cubicBezTo>
                  <a:cubicBezTo>
                    <a:pt x="44" y="229"/>
                    <a:pt x="44" y="229"/>
                    <a:pt x="44" y="229"/>
                  </a:cubicBezTo>
                  <a:cubicBezTo>
                    <a:pt x="107" y="259"/>
                    <a:pt x="107" y="259"/>
                    <a:pt x="107" y="259"/>
                  </a:cubicBezTo>
                  <a:cubicBezTo>
                    <a:pt x="91" y="293"/>
                    <a:pt x="80" y="328"/>
                    <a:pt x="75" y="363"/>
                  </a:cubicBezTo>
                  <a:cubicBezTo>
                    <a:pt x="6" y="353"/>
                    <a:pt x="6" y="353"/>
                    <a:pt x="6" y="353"/>
                  </a:cubicBezTo>
                  <a:cubicBezTo>
                    <a:pt x="0" y="396"/>
                    <a:pt x="1" y="440"/>
                    <a:pt x="8" y="483"/>
                  </a:cubicBezTo>
                  <a:cubicBezTo>
                    <a:pt x="77" y="471"/>
                    <a:pt x="77" y="471"/>
                    <a:pt x="77" y="471"/>
                  </a:cubicBezTo>
                  <a:cubicBezTo>
                    <a:pt x="84" y="507"/>
                    <a:pt x="95" y="541"/>
                    <a:pt x="112" y="573"/>
                  </a:cubicBezTo>
                  <a:cubicBezTo>
                    <a:pt x="50" y="606"/>
                    <a:pt x="50" y="606"/>
                    <a:pt x="50" y="606"/>
                  </a:cubicBezTo>
                  <a:cubicBezTo>
                    <a:pt x="71" y="644"/>
                    <a:pt x="97" y="679"/>
                    <a:pt x="128" y="710"/>
                  </a:cubicBezTo>
                  <a:cubicBezTo>
                    <a:pt x="177" y="660"/>
                    <a:pt x="177" y="660"/>
                    <a:pt x="177" y="660"/>
                  </a:cubicBezTo>
                  <a:cubicBezTo>
                    <a:pt x="202" y="684"/>
                    <a:pt x="232" y="705"/>
                    <a:pt x="265" y="722"/>
                  </a:cubicBezTo>
                  <a:cubicBezTo>
                    <a:pt x="266" y="722"/>
                    <a:pt x="266" y="722"/>
                    <a:pt x="266" y="722"/>
                  </a:cubicBezTo>
                  <a:cubicBezTo>
                    <a:pt x="235" y="784"/>
                    <a:pt x="235" y="784"/>
                    <a:pt x="235" y="784"/>
                  </a:cubicBezTo>
                  <a:cubicBezTo>
                    <a:pt x="274" y="804"/>
                    <a:pt x="316" y="817"/>
                    <a:pt x="359" y="823"/>
                  </a:cubicBezTo>
                  <a:cubicBezTo>
                    <a:pt x="369" y="754"/>
                    <a:pt x="369" y="754"/>
                    <a:pt x="369" y="754"/>
                  </a:cubicBezTo>
                  <a:cubicBezTo>
                    <a:pt x="405" y="759"/>
                    <a:pt x="442" y="758"/>
                    <a:pt x="477" y="752"/>
                  </a:cubicBezTo>
                  <a:cubicBezTo>
                    <a:pt x="489" y="821"/>
                    <a:pt x="489" y="821"/>
                    <a:pt x="489" y="821"/>
                  </a:cubicBezTo>
                  <a:cubicBezTo>
                    <a:pt x="532" y="813"/>
                    <a:pt x="573" y="799"/>
                    <a:pt x="612" y="779"/>
                  </a:cubicBezTo>
                  <a:cubicBezTo>
                    <a:pt x="579" y="717"/>
                    <a:pt x="579" y="717"/>
                    <a:pt x="579" y="717"/>
                  </a:cubicBezTo>
                  <a:cubicBezTo>
                    <a:pt x="611" y="700"/>
                    <a:pt x="640" y="678"/>
                    <a:pt x="666" y="652"/>
                  </a:cubicBezTo>
                  <a:lnTo>
                    <a:pt x="716" y="701"/>
                  </a:lnTo>
                  <a:close/>
                  <a:moveTo>
                    <a:pt x="337" y="575"/>
                  </a:moveTo>
                  <a:cubicBezTo>
                    <a:pt x="247" y="531"/>
                    <a:pt x="209" y="421"/>
                    <a:pt x="254" y="331"/>
                  </a:cubicBezTo>
                  <a:cubicBezTo>
                    <a:pt x="298" y="240"/>
                    <a:pt x="408" y="203"/>
                    <a:pt x="498" y="247"/>
                  </a:cubicBezTo>
                  <a:cubicBezTo>
                    <a:pt x="589" y="292"/>
                    <a:pt x="626" y="401"/>
                    <a:pt x="582" y="492"/>
                  </a:cubicBezTo>
                  <a:cubicBezTo>
                    <a:pt x="537" y="582"/>
                    <a:pt x="428" y="620"/>
                    <a:pt x="337" y="575"/>
                  </a:cubicBez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7" name="Google Shape;1447;p45"/>
            <p:cNvSpPr/>
            <p:nvPr/>
          </p:nvSpPr>
          <p:spPr>
            <a:xfrm>
              <a:off x="5619684" y="3111425"/>
              <a:ext cx="157450" cy="259725"/>
            </a:xfrm>
            <a:custGeom>
              <a:rect b="b" l="l" r="r" t="t"/>
              <a:pathLst>
                <a:path extrusionOk="0" h="447" w="271">
                  <a:moveTo>
                    <a:pt x="271" y="234"/>
                  </a:moveTo>
                  <a:lnTo>
                    <a:pt x="135" y="0"/>
                  </a:lnTo>
                  <a:lnTo>
                    <a:pt x="0" y="234"/>
                  </a:lnTo>
                  <a:lnTo>
                    <a:pt x="69" y="234"/>
                  </a:lnTo>
                  <a:lnTo>
                    <a:pt x="69" y="447"/>
                  </a:lnTo>
                  <a:lnTo>
                    <a:pt x="201" y="447"/>
                  </a:lnTo>
                  <a:lnTo>
                    <a:pt x="201" y="234"/>
                  </a:lnTo>
                  <a:lnTo>
                    <a:pt x="271" y="234"/>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48" name="Google Shape;1448;p45"/>
            <p:cNvGrpSpPr/>
            <p:nvPr/>
          </p:nvGrpSpPr>
          <p:grpSpPr>
            <a:xfrm>
              <a:off x="7530569" y="1422202"/>
              <a:ext cx="415198" cy="415198"/>
              <a:chOff x="1404969" y="1106377"/>
              <a:chExt cx="415198" cy="415198"/>
            </a:xfrm>
          </p:grpSpPr>
          <p:sp>
            <p:nvSpPr>
              <p:cNvPr id="1449" name="Google Shape;1449;p45"/>
              <p:cNvSpPr/>
              <p:nvPr/>
            </p:nvSpPr>
            <p:spPr>
              <a:xfrm>
                <a:off x="1404969" y="1106377"/>
                <a:ext cx="415198" cy="415198"/>
              </a:xfrm>
              <a:custGeom>
                <a:rect b="b" l="l" r="r" t="t"/>
                <a:pathLst>
                  <a:path extrusionOk="0" h="474" w="474">
                    <a:moveTo>
                      <a:pt x="421" y="0"/>
                    </a:moveTo>
                    <a:cubicBezTo>
                      <a:pt x="52" y="0"/>
                      <a:pt x="52" y="0"/>
                      <a:pt x="52" y="0"/>
                    </a:cubicBezTo>
                    <a:cubicBezTo>
                      <a:pt x="23" y="0"/>
                      <a:pt x="0" y="23"/>
                      <a:pt x="0" y="52"/>
                    </a:cubicBezTo>
                    <a:cubicBezTo>
                      <a:pt x="0" y="421"/>
                      <a:pt x="0" y="421"/>
                      <a:pt x="0" y="421"/>
                    </a:cubicBezTo>
                    <a:cubicBezTo>
                      <a:pt x="0" y="451"/>
                      <a:pt x="23" y="474"/>
                      <a:pt x="52" y="474"/>
                    </a:cubicBezTo>
                    <a:cubicBezTo>
                      <a:pt x="421" y="474"/>
                      <a:pt x="421" y="474"/>
                      <a:pt x="421" y="474"/>
                    </a:cubicBezTo>
                    <a:cubicBezTo>
                      <a:pt x="451" y="474"/>
                      <a:pt x="474" y="451"/>
                      <a:pt x="474" y="421"/>
                    </a:cubicBezTo>
                    <a:cubicBezTo>
                      <a:pt x="474" y="52"/>
                      <a:pt x="474" y="52"/>
                      <a:pt x="474" y="52"/>
                    </a:cubicBezTo>
                    <a:cubicBezTo>
                      <a:pt x="474" y="23"/>
                      <a:pt x="451" y="0"/>
                      <a:pt x="421" y="0"/>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0" name="Google Shape;1450;p45"/>
              <p:cNvSpPr/>
              <p:nvPr/>
            </p:nvSpPr>
            <p:spPr>
              <a:xfrm>
                <a:off x="1460456" y="1163778"/>
                <a:ext cx="304223" cy="299440"/>
              </a:xfrm>
              <a:custGeom>
                <a:rect b="b" l="l" r="r" t="t"/>
                <a:pathLst>
                  <a:path extrusionOk="0" h="343" w="348">
                    <a:moveTo>
                      <a:pt x="298" y="293"/>
                    </a:moveTo>
                    <a:cubicBezTo>
                      <a:pt x="311" y="280"/>
                      <a:pt x="321" y="265"/>
                      <a:pt x="330" y="248"/>
                    </a:cubicBezTo>
                    <a:cubicBezTo>
                      <a:pt x="330" y="248"/>
                      <a:pt x="330" y="248"/>
                      <a:pt x="330" y="248"/>
                    </a:cubicBezTo>
                    <a:cubicBezTo>
                      <a:pt x="304" y="235"/>
                      <a:pt x="304" y="235"/>
                      <a:pt x="304" y="235"/>
                    </a:cubicBezTo>
                    <a:cubicBezTo>
                      <a:pt x="310" y="221"/>
                      <a:pt x="315" y="206"/>
                      <a:pt x="317" y="192"/>
                    </a:cubicBezTo>
                    <a:cubicBezTo>
                      <a:pt x="346" y="196"/>
                      <a:pt x="346" y="196"/>
                      <a:pt x="346" y="196"/>
                    </a:cubicBezTo>
                    <a:cubicBezTo>
                      <a:pt x="348" y="178"/>
                      <a:pt x="348" y="160"/>
                      <a:pt x="345" y="142"/>
                    </a:cubicBezTo>
                    <a:cubicBezTo>
                      <a:pt x="316" y="147"/>
                      <a:pt x="316" y="147"/>
                      <a:pt x="316" y="147"/>
                    </a:cubicBezTo>
                    <a:cubicBezTo>
                      <a:pt x="313" y="132"/>
                      <a:pt x="308" y="118"/>
                      <a:pt x="301" y="104"/>
                    </a:cubicBezTo>
                    <a:cubicBezTo>
                      <a:pt x="327" y="90"/>
                      <a:pt x="327" y="90"/>
                      <a:pt x="327" y="90"/>
                    </a:cubicBezTo>
                    <a:cubicBezTo>
                      <a:pt x="318" y="74"/>
                      <a:pt x="307" y="60"/>
                      <a:pt x="294" y="47"/>
                    </a:cubicBezTo>
                    <a:cubicBezTo>
                      <a:pt x="274" y="68"/>
                      <a:pt x="274" y="68"/>
                      <a:pt x="274" y="68"/>
                    </a:cubicBezTo>
                    <a:cubicBezTo>
                      <a:pt x="264" y="58"/>
                      <a:pt x="251" y="49"/>
                      <a:pt x="238" y="42"/>
                    </a:cubicBezTo>
                    <a:cubicBezTo>
                      <a:pt x="237" y="42"/>
                      <a:pt x="237" y="42"/>
                      <a:pt x="237" y="42"/>
                    </a:cubicBezTo>
                    <a:cubicBezTo>
                      <a:pt x="250" y="16"/>
                      <a:pt x="250" y="16"/>
                      <a:pt x="250" y="16"/>
                    </a:cubicBezTo>
                    <a:cubicBezTo>
                      <a:pt x="234" y="8"/>
                      <a:pt x="216" y="3"/>
                      <a:pt x="198" y="0"/>
                    </a:cubicBezTo>
                    <a:cubicBezTo>
                      <a:pt x="194" y="29"/>
                      <a:pt x="194" y="29"/>
                      <a:pt x="194" y="29"/>
                    </a:cubicBezTo>
                    <a:cubicBezTo>
                      <a:pt x="179" y="27"/>
                      <a:pt x="164" y="27"/>
                      <a:pt x="149" y="30"/>
                    </a:cubicBezTo>
                    <a:cubicBezTo>
                      <a:pt x="144" y="1"/>
                      <a:pt x="144" y="1"/>
                      <a:pt x="144" y="1"/>
                    </a:cubicBezTo>
                    <a:cubicBezTo>
                      <a:pt x="126" y="4"/>
                      <a:pt x="109" y="10"/>
                      <a:pt x="93" y="19"/>
                    </a:cubicBezTo>
                    <a:cubicBezTo>
                      <a:pt x="106" y="45"/>
                      <a:pt x="106" y="45"/>
                      <a:pt x="106" y="45"/>
                    </a:cubicBezTo>
                    <a:cubicBezTo>
                      <a:pt x="93" y="52"/>
                      <a:pt x="81" y="61"/>
                      <a:pt x="70" y="72"/>
                    </a:cubicBezTo>
                    <a:cubicBezTo>
                      <a:pt x="49" y="51"/>
                      <a:pt x="49" y="51"/>
                      <a:pt x="49" y="51"/>
                    </a:cubicBezTo>
                    <a:cubicBezTo>
                      <a:pt x="37" y="64"/>
                      <a:pt x="26" y="79"/>
                      <a:pt x="18" y="96"/>
                    </a:cubicBezTo>
                    <a:cubicBezTo>
                      <a:pt x="18" y="96"/>
                      <a:pt x="18" y="96"/>
                      <a:pt x="18" y="96"/>
                    </a:cubicBezTo>
                    <a:cubicBezTo>
                      <a:pt x="44" y="108"/>
                      <a:pt x="44" y="108"/>
                      <a:pt x="44" y="108"/>
                    </a:cubicBezTo>
                    <a:cubicBezTo>
                      <a:pt x="38" y="122"/>
                      <a:pt x="33" y="137"/>
                      <a:pt x="31" y="152"/>
                    </a:cubicBezTo>
                    <a:cubicBezTo>
                      <a:pt x="2" y="148"/>
                      <a:pt x="2" y="148"/>
                      <a:pt x="2" y="148"/>
                    </a:cubicBezTo>
                    <a:cubicBezTo>
                      <a:pt x="0" y="166"/>
                      <a:pt x="0" y="184"/>
                      <a:pt x="3" y="202"/>
                    </a:cubicBezTo>
                    <a:cubicBezTo>
                      <a:pt x="32" y="197"/>
                      <a:pt x="32" y="197"/>
                      <a:pt x="32" y="197"/>
                    </a:cubicBezTo>
                    <a:cubicBezTo>
                      <a:pt x="35" y="212"/>
                      <a:pt x="40" y="226"/>
                      <a:pt x="47" y="239"/>
                    </a:cubicBezTo>
                    <a:cubicBezTo>
                      <a:pt x="21" y="253"/>
                      <a:pt x="21" y="253"/>
                      <a:pt x="21" y="253"/>
                    </a:cubicBezTo>
                    <a:cubicBezTo>
                      <a:pt x="29" y="269"/>
                      <a:pt x="40" y="284"/>
                      <a:pt x="53" y="296"/>
                    </a:cubicBezTo>
                    <a:cubicBezTo>
                      <a:pt x="74" y="275"/>
                      <a:pt x="74" y="275"/>
                      <a:pt x="74" y="275"/>
                    </a:cubicBezTo>
                    <a:cubicBezTo>
                      <a:pt x="84" y="286"/>
                      <a:pt x="97" y="295"/>
                      <a:pt x="110" y="301"/>
                    </a:cubicBezTo>
                    <a:cubicBezTo>
                      <a:pt x="111" y="301"/>
                      <a:pt x="111" y="301"/>
                      <a:pt x="111" y="301"/>
                    </a:cubicBezTo>
                    <a:cubicBezTo>
                      <a:pt x="98" y="328"/>
                      <a:pt x="98" y="328"/>
                      <a:pt x="98" y="328"/>
                    </a:cubicBezTo>
                    <a:cubicBezTo>
                      <a:pt x="114" y="336"/>
                      <a:pt x="132" y="341"/>
                      <a:pt x="150" y="343"/>
                    </a:cubicBezTo>
                    <a:cubicBezTo>
                      <a:pt x="154" y="315"/>
                      <a:pt x="154" y="315"/>
                      <a:pt x="154" y="315"/>
                    </a:cubicBezTo>
                    <a:cubicBezTo>
                      <a:pt x="169" y="317"/>
                      <a:pt x="184" y="316"/>
                      <a:pt x="199" y="314"/>
                    </a:cubicBezTo>
                    <a:cubicBezTo>
                      <a:pt x="204" y="343"/>
                      <a:pt x="204" y="343"/>
                      <a:pt x="204" y="343"/>
                    </a:cubicBezTo>
                    <a:cubicBezTo>
                      <a:pt x="222" y="339"/>
                      <a:pt x="239" y="334"/>
                      <a:pt x="255" y="325"/>
                    </a:cubicBezTo>
                    <a:cubicBezTo>
                      <a:pt x="241" y="299"/>
                      <a:pt x="241" y="299"/>
                      <a:pt x="241" y="299"/>
                    </a:cubicBezTo>
                    <a:cubicBezTo>
                      <a:pt x="255" y="292"/>
                      <a:pt x="267" y="283"/>
                      <a:pt x="277" y="272"/>
                    </a:cubicBezTo>
                    <a:lnTo>
                      <a:pt x="298" y="293"/>
                    </a:lnTo>
                    <a:close/>
                    <a:moveTo>
                      <a:pt x="140" y="240"/>
                    </a:moveTo>
                    <a:cubicBezTo>
                      <a:pt x="103" y="222"/>
                      <a:pt x="87" y="176"/>
                      <a:pt x="106" y="138"/>
                    </a:cubicBezTo>
                    <a:cubicBezTo>
                      <a:pt x="124" y="101"/>
                      <a:pt x="170" y="85"/>
                      <a:pt x="208" y="104"/>
                    </a:cubicBezTo>
                    <a:cubicBezTo>
                      <a:pt x="245" y="122"/>
                      <a:pt x="261" y="168"/>
                      <a:pt x="242" y="205"/>
                    </a:cubicBezTo>
                    <a:cubicBezTo>
                      <a:pt x="224" y="243"/>
                      <a:pt x="178" y="259"/>
                      <a:pt x="140" y="24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tistics and Data Analysis - 6th Grade by Slidesgo">
  <a:themeElements>
    <a:clrScheme name="Simple Light">
      <a:dk1>
        <a:srgbClr val="334157"/>
      </a:dk1>
      <a:lt1>
        <a:srgbClr val="4C69B2"/>
      </a:lt1>
      <a:dk2>
        <a:srgbClr val="FDFDFD"/>
      </a:dk2>
      <a:lt2>
        <a:srgbClr val="6389EB"/>
      </a:lt2>
      <a:accent1>
        <a:srgbClr val="CBDDFA"/>
      </a:accent1>
      <a:accent2>
        <a:srgbClr val="FF4949"/>
      </a:accent2>
      <a:accent3>
        <a:srgbClr val="FF7A78"/>
      </a:accent3>
      <a:accent4>
        <a:srgbClr val="FF9D35"/>
      </a:accent4>
      <a:accent5>
        <a:srgbClr val="FFC53A"/>
      </a:accent5>
      <a:accent6>
        <a:srgbClr val="EBEBEB"/>
      </a:accent6>
      <a:hlink>
        <a:srgbClr val="33415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